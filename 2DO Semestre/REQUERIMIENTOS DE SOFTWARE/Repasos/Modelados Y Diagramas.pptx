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5" r:id="rId10"/>
    <p:sldId id="264"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2374F1-334E-40CA-B0DA-213ADCE545D3}" type="datetimeFigureOut">
              <a:rPr lang="en-US" smtClean="0"/>
              <a:t>11/11/2025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3B007B-0D9E-4FD8-9B70-661A200434FF}" type="slidenum">
              <a:rPr lang="en-US" smtClean="0"/>
              <a:t>‹#›</a:t>
            </a:fld>
            <a:endParaRPr lang="en-US"/>
          </a:p>
        </p:txBody>
      </p:sp>
    </p:spTree>
    <p:extLst>
      <p:ext uri="{BB962C8B-B14F-4D97-AF65-F5344CB8AC3E}">
        <p14:creationId xmlns:p14="http://schemas.microsoft.com/office/powerpoint/2010/main" val="5868397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007B-0D9E-4FD8-9B70-661A200434FF}" type="slidenum">
              <a:rPr lang="en-US" smtClean="0"/>
              <a:t>22</a:t>
            </a:fld>
            <a:endParaRPr lang="en-US"/>
          </a:p>
        </p:txBody>
      </p:sp>
    </p:spTree>
    <p:extLst>
      <p:ext uri="{BB962C8B-B14F-4D97-AF65-F5344CB8AC3E}">
        <p14:creationId xmlns:p14="http://schemas.microsoft.com/office/powerpoint/2010/main" val="21817879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D259C-36EF-B8E1-657E-25C0C6AC98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608334-D8F2-DD3F-D8B8-03C8889633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673806-53D3-1EFF-4DE3-31EE6B1DBE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E7A20D-CC3F-FDF2-493A-6C6FA86A2F3A}"/>
              </a:ext>
            </a:extLst>
          </p:cNvPr>
          <p:cNvSpPr>
            <a:spLocks noGrp="1"/>
          </p:cNvSpPr>
          <p:nvPr>
            <p:ph type="sldNum" sz="quarter" idx="5"/>
          </p:nvPr>
        </p:nvSpPr>
        <p:spPr/>
        <p:txBody>
          <a:bodyPr/>
          <a:lstStyle/>
          <a:p>
            <a:fld id="{F63B007B-0D9E-4FD8-9B70-661A200434FF}" type="slidenum">
              <a:rPr lang="en-US" smtClean="0"/>
              <a:t>23</a:t>
            </a:fld>
            <a:endParaRPr lang="en-US"/>
          </a:p>
        </p:txBody>
      </p:sp>
    </p:spTree>
    <p:extLst>
      <p:ext uri="{BB962C8B-B14F-4D97-AF65-F5344CB8AC3E}">
        <p14:creationId xmlns:p14="http://schemas.microsoft.com/office/powerpoint/2010/main" val="28999437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31B55-87A4-F8EE-9FCF-2F0CC356FA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116013-438D-010E-2AAE-FE8340D64D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6D913F-2D7E-270F-1E5D-7B51D116C6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6DF673-DE4A-F95C-CEA1-039616331E43}"/>
              </a:ext>
            </a:extLst>
          </p:cNvPr>
          <p:cNvSpPr>
            <a:spLocks noGrp="1"/>
          </p:cNvSpPr>
          <p:nvPr>
            <p:ph type="sldNum" sz="quarter" idx="5"/>
          </p:nvPr>
        </p:nvSpPr>
        <p:spPr/>
        <p:txBody>
          <a:bodyPr/>
          <a:lstStyle/>
          <a:p>
            <a:fld id="{F63B007B-0D9E-4FD8-9B70-661A200434FF}" type="slidenum">
              <a:rPr lang="en-US" smtClean="0"/>
              <a:t>24</a:t>
            </a:fld>
            <a:endParaRPr lang="en-US"/>
          </a:p>
        </p:txBody>
      </p:sp>
    </p:spTree>
    <p:extLst>
      <p:ext uri="{BB962C8B-B14F-4D97-AF65-F5344CB8AC3E}">
        <p14:creationId xmlns:p14="http://schemas.microsoft.com/office/powerpoint/2010/main" val="354554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F0656-D4CA-EC75-36CB-314A2D3675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D296B9-036E-167F-2359-E9C33C90DD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C7148A-18D6-7B64-7266-40ABDC648E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7C3817-4F7F-B1D3-1CDC-DD0D6AB3D236}"/>
              </a:ext>
            </a:extLst>
          </p:cNvPr>
          <p:cNvSpPr>
            <a:spLocks noGrp="1"/>
          </p:cNvSpPr>
          <p:nvPr>
            <p:ph type="sldNum" sz="quarter" idx="5"/>
          </p:nvPr>
        </p:nvSpPr>
        <p:spPr/>
        <p:txBody>
          <a:bodyPr/>
          <a:lstStyle/>
          <a:p>
            <a:fld id="{F63B007B-0D9E-4FD8-9B70-661A200434FF}" type="slidenum">
              <a:rPr lang="en-US" smtClean="0"/>
              <a:t>25</a:t>
            </a:fld>
            <a:endParaRPr lang="en-US"/>
          </a:p>
        </p:txBody>
      </p:sp>
    </p:spTree>
    <p:extLst>
      <p:ext uri="{BB962C8B-B14F-4D97-AF65-F5344CB8AC3E}">
        <p14:creationId xmlns:p14="http://schemas.microsoft.com/office/powerpoint/2010/main" val="15857108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1B3B8-687E-0FE2-7455-087499ACB2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483FE6-BAC6-9519-158C-871B428B98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7615FF-2130-CDC8-84F0-185E98ADF9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027AA3-6536-F247-2604-25E1A5F12BC9}"/>
              </a:ext>
            </a:extLst>
          </p:cNvPr>
          <p:cNvSpPr>
            <a:spLocks noGrp="1"/>
          </p:cNvSpPr>
          <p:nvPr>
            <p:ph type="sldNum" sz="quarter" idx="5"/>
          </p:nvPr>
        </p:nvSpPr>
        <p:spPr/>
        <p:txBody>
          <a:bodyPr/>
          <a:lstStyle/>
          <a:p>
            <a:fld id="{F63B007B-0D9E-4FD8-9B70-661A200434FF}" type="slidenum">
              <a:rPr lang="en-US" smtClean="0"/>
              <a:t>26</a:t>
            </a:fld>
            <a:endParaRPr lang="en-US"/>
          </a:p>
        </p:txBody>
      </p:sp>
    </p:spTree>
    <p:extLst>
      <p:ext uri="{BB962C8B-B14F-4D97-AF65-F5344CB8AC3E}">
        <p14:creationId xmlns:p14="http://schemas.microsoft.com/office/powerpoint/2010/main" val="40023961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EF704-EFE3-07A5-5544-4C5D0D291D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2A81E1-CA8A-458B-49C0-395ACDAB2B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010F2E-5C0A-F861-D8D8-06E5792615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7EEB9B-1687-4785-3E5E-3B6A7EA40FBF}"/>
              </a:ext>
            </a:extLst>
          </p:cNvPr>
          <p:cNvSpPr>
            <a:spLocks noGrp="1"/>
          </p:cNvSpPr>
          <p:nvPr>
            <p:ph type="sldNum" sz="quarter" idx="5"/>
          </p:nvPr>
        </p:nvSpPr>
        <p:spPr/>
        <p:txBody>
          <a:bodyPr/>
          <a:lstStyle/>
          <a:p>
            <a:fld id="{F63B007B-0D9E-4FD8-9B70-661A200434FF}" type="slidenum">
              <a:rPr lang="en-US" smtClean="0"/>
              <a:t>27</a:t>
            </a:fld>
            <a:endParaRPr lang="en-US"/>
          </a:p>
        </p:txBody>
      </p:sp>
    </p:spTree>
    <p:extLst>
      <p:ext uri="{BB962C8B-B14F-4D97-AF65-F5344CB8AC3E}">
        <p14:creationId xmlns:p14="http://schemas.microsoft.com/office/powerpoint/2010/main" val="6477843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B2289-2310-6FCB-0294-EA7911FFF63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C5BF759-751E-B335-39D2-2CCB57111F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27E8522-4193-320F-71D6-D4F646DD0A4B}"/>
              </a:ext>
            </a:extLst>
          </p:cNvPr>
          <p:cNvSpPr>
            <a:spLocks noGrp="1"/>
          </p:cNvSpPr>
          <p:nvPr>
            <p:ph type="dt" sz="half" idx="10"/>
          </p:nvPr>
        </p:nvSpPr>
        <p:spPr/>
        <p:txBody>
          <a:bodyPr/>
          <a:lstStyle/>
          <a:p>
            <a:fld id="{EAD7B6B9-FAB5-4EB5-8C8F-D6145FFF25E7}" type="datetimeFigureOut">
              <a:rPr lang="en-US" smtClean="0"/>
              <a:t>11/10/2025</a:t>
            </a:fld>
            <a:endParaRPr lang="en-US"/>
          </a:p>
        </p:txBody>
      </p:sp>
      <p:sp>
        <p:nvSpPr>
          <p:cNvPr id="5" name="Footer Placeholder 4">
            <a:extLst>
              <a:ext uri="{FF2B5EF4-FFF2-40B4-BE49-F238E27FC236}">
                <a16:creationId xmlns:a16="http://schemas.microsoft.com/office/drawing/2014/main" id="{5EC51E8A-442C-C9FC-44A5-6DC3168261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5A56E3-2034-E4E5-17EA-C1BDFF2EB2BA}"/>
              </a:ext>
            </a:extLst>
          </p:cNvPr>
          <p:cNvSpPr>
            <a:spLocks noGrp="1"/>
          </p:cNvSpPr>
          <p:nvPr>
            <p:ph type="sldNum" sz="quarter" idx="12"/>
          </p:nvPr>
        </p:nvSpPr>
        <p:spPr/>
        <p:txBody>
          <a:bodyPr/>
          <a:lstStyle/>
          <a:p>
            <a:fld id="{1D35648D-F5C7-4BFF-B22F-46A204622786}" type="slidenum">
              <a:rPr lang="en-US" smtClean="0"/>
              <a:t>‹#›</a:t>
            </a:fld>
            <a:endParaRPr lang="en-US"/>
          </a:p>
        </p:txBody>
      </p:sp>
    </p:spTree>
    <p:extLst>
      <p:ext uri="{BB962C8B-B14F-4D97-AF65-F5344CB8AC3E}">
        <p14:creationId xmlns:p14="http://schemas.microsoft.com/office/powerpoint/2010/main" val="27639179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C61C2-F14E-B6B2-D680-22F4A94E05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8A1897-B6EF-C3D2-088D-7E0C26A1B0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F4632E-427B-D369-DFE3-4BEC55122DD7}"/>
              </a:ext>
            </a:extLst>
          </p:cNvPr>
          <p:cNvSpPr>
            <a:spLocks noGrp="1"/>
          </p:cNvSpPr>
          <p:nvPr>
            <p:ph type="dt" sz="half" idx="10"/>
          </p:nvPr>
        </p:nvSpPr>
        <p:spPr/>
        <p:txBody>
          <a:bodyPr/>
          <a:lstStyle/>
          <a:p>
            <a:fld id="{EAD7B6B9-FAB5-4EB5-8C8F-D6145FFF25E7}" type="datetimeFigureOut">
              <a:rPr lang="en-US" smtClean="0"/>
              <a:t>11/10/2025</a:t>
            </a:fld>
            <a:endParaRPr lang="en-US"/>
          </a:p>
        </p:txBody>
      </p:sp>
      <p:sp>
        <p:nvSpPr>
          <p:cNvPr id="5" name="Footer Placeholder 4">
            <a:extLst>
              <a:ext uri="{FF2B5EF4-FFF2-40B4-BE49-F238E27FC236}">
                <a16:creationId xmlns:a16="http://schemas.microsoft.com/office/drawing/2014/main" id="{42F9C5D4-6DE6-13E3-2DCC-9BD0CED5E7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F774A7-05CB-1903-55F0-8635586914CB}"/>
              </a:ext>
            </a:extLst>
          </p:cNvPr>
          <p:cNvSpPr>
            <a:spLocks noGrp="1"/>
          </p:cNvSpPr>
          <p:nvPr>
            <p:ph type="sldNum" sz="quarter" idx="12"/>
          </p:nvPr>
        </p:nvSpPr>
        <p:spPr/>
        <p:txBody>
          <a:bodyPr/>
          <a:lstStyle/>
          <a:p>
            <a:fld id="{1D35648D-F5C7-4BFF-B22F-46A204622786}" type="slidenum">
              <a:rPr lang="en-US" smtClean="0"/>
              <a:t>‹#›</a:t>
            </a:fld>
            <a:endParaRPr lang="en-US"/>
          </a:p>
        </p:txBody>
      </p:sp>
    </p:spTree>
    <p:extLst>
      <p:ext uri="{BB962C8B-B14F-4D97-AF65-F5344CB8AC3E}">
        <p14:creationId xmlns:p14="http://schemas.microsoft.com/office/powerpoint/2010/main" val="24166509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C54F3-79F0-23EC-51DC-67AD6799DC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A622931-484F-2161-24BF-EA5B833FAB2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A2C27B-32D2-BFBC-780F-0A3CF497D16A}"/>
              </a:ext>
            </a:extLst>
          </p:cNvPr>
          <p:cNvSpPr>
            <a:spLocks noGrp="1"/>
          </p:cNvSpPr>
          <p:nvPr>
            <p:ph type="dt" sz="half" idx="10"/>
          </p:nvPr>
        </p:nvSpPr>
        <p:spPr/>
        <p:txBody>
          <a:bodyPr/>
          <a:lstStyle/>
          <a:p>
            <a:fld id="{EAD7B6B9-FAB5-4EB5-8C8F-D6145FFF25E7}" type="datetimeFigureOut">
              <a:rPr lang="en-US" smtClean="0"/>
              <a:t>11/10/2025</a:t>
            </a:fld>
            <a:endParaRPr lang="en-US"/>
          </a:p>
        </p:txBody>
      </p:sp>
      <p:sp>
        <p:nvSpPr>
          <p:cNvPr id="5" name="Footer Placeholder 4">
            <a:extLst>
              <a:ext uri="{FF2B5EF4-FFF2-40B4-BE49-F238E27FC236}">
                <a16:creationId xmlns:a16="http://schemas.microsoft.com/office/drawing/2014/main" id="{BC081980-2FB6-DA68-A221-F046A5B3D9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00B2D7-36BF-7EBE-D802-9C0DBCD0D40A}"/>
              </a:ext>
            </a:extLst>
          </p:cNvPr>
          <p:cNvSpPr>
            <a:spLocks noGrp="1"/>
          </p:cNvSpPr>
          <p:nvPr>
            <p:ph type="sldNum" sz="quarter" idx="12"/>
          </p:nvPr>
        </p:nvSpPr>
        <p:spPr/>
        <p:txBody>
          <a:bodyPr/>
          <a:lstStyle/>
          <a:p>
            <a:fld id="{1D35648D-F5C7-4BFF-B22F-46A204622786}" type="slidenum">
              <a:rPr lang="en-US" smtClean="0"/>
              <a:t>‹#›</a:t>
            </a:fld>
            <a:endParaRPr lang="en-US"/>
          </a:p>
        </p:txBody>
      </p:sp>
    </p:spTree>
    <p:extLst>
      <p:ext uri="{BB962C8B-B14F-4D97-AF65-F5344CB8AC3E}">
        <p14:creationId xmlns:p14="http://schemas.microsoft.com/office/powerpoint/2010/main" val="2621311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836F5-C7D5-3E14-755C-55E6FD153F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6A42431-3A96-56AE-CD5F-BA2CA59B91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2C3E2C8-847B-0543-4D0C-62DC84588F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FA5C553-34E4-11B5-D9BB-6467C7081BFA}"/>
              </a:ext>
            </a:extLst>
          </p:cNvPr>
          <p:cNvSpPr>
            <a:spLocks noGrp="1"/>
          </p:cNvSpPr>
          <p:nvPr>
            <p:ph type="dt" sz="half" idx="10"/>
          </p:nvPr>
        </p:nvSpPr>
        <p:spPr/>
        <p:txBody>
          <a:bodyPr/>
          <a:lstStyle/>
          <a:p>
            <a:fld id="{EAD7B6B9-FAB5-4EB5-8C8F-D6145FFF25E7}" type="datetimeFigureOut">
              <a:rPr lang="en-US" smtClean="0"/>
              <a:t>11/10/2025</a:t>
            </a:fld>
            <a:endParaRPr lang="en-US"/>
          </a:p>
        </p:txBody>
      </p:sp>
      <p:sp>
        <p:nvSpPr>
          <p:cNvPr id="6" name="Footer Placeholder 5">
            <a:extLst>
              <a:ext uri="{FF2B5EF4-FFF2-40B4-BE49-F238E27FC236}">
                <a16:creationId xmlns:a16="http://schemas.microsoft.com/office/drawing/2014/main" id="{AFA909E8-3AA2-E9C7-4963-6516A1D8F8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CA7C16-9C6A-38DA-905D-2643F616CD66}"/>
              </a:ext>
            </a:extLst>
          </p:cNvPr>
          <p:cNvSpPr>
            <a:spLocks noGrp="1"/>
          </p:cNvSpPr>
          <p:nvPr>
            <p:ph type="sldNum" sz="quarter" idx="12"/>
          </p:nvPr>
        </p:nvSpPr>
        <p:spPr/>
        <p:txBody>
          <a:bodyPr/>
          <a:lstStyle/>
          <a:p>
            <a:fld id="{1D35648D-F5C7-4BFF-B22F-46A204622786}" type="slidenum">
              <a:rPr lang="en-US" smtClean="0"/>
              <a:t>‹#›</a:t>
            </a:fld>
            <a:endParaRPr lang="en-US"/>
          </a:p>
        </p:txBody>
      </p:sp>
    </p:spTree>
    <p:extLst>
      <p:ext uri="{BB962C8B-B14F-4D97-AF65-F5344CB8AC3E}">
        <p14:creationId xmlns:p14="http://schemas.microsoft.com/office/powerpoint/2010/main" val="39527330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CC2D0-4637-B453-BE03-558C33A9FB0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556C3D1-670E-84C6-1442-85776EC9D9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D9BAE6-1EB2-3ABE-6439-D92A47B7EA3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17D5215-E45F-79F8-F185-3D9A946C08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A36E901-7964-DB9E-B713-8A09F64CA3B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E374FBF-2CFB-1EFD-FD9C-ED0FD62CAE54}"/>
              </a:ext>
            </a:extLst>
          </p:cNvPr>
          <p:cNvSpPr>
            <a:spLocks noGrp="1"/>
          </p:cNvSpPr>
          <p:nvPr>
            <p:ph type="dt" sz="half" idx="10"/>
          </p:nvPr>
        </p:nvSpPr>
        <p:spPr/>
        <p:txBody>
          <a:bodyPr/>
          <a:lstStyle/>
          <a:p>
            <a:fld id="{EAD7B6B9-FAB5-4EB5-8C8F-D6145FFF25E7}" type="datetimeFigureOut">
              <a:rPr lang="en-US" smtClean="0"/>
              <a:t>11/10/2025</a:t>
            </a:fld>
            <a:endParaRPr lang="en-US"/>
          </a:p>
        </p:txBody>
      </p:sp>
      <p:sp>
        <p:nvSpPr>
          <p:cNvPr id="8" name="Footer Placeholder 7">
            <a:extLst>
              <a:ext uri="{FF2B5EF4-FFF2-40B4-BE49-F238E27FC236}">
                <a16:creationId xmlns:a16="http://schemas.microsoft.com/office/drawing/2014/main" id="{BD2867C2-5046-F3D5-4E87-74DE49C93FF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522F23E-219A-DD7B-1B42-B629420859D1}"/>
              </a:ext>
            </a:extLst>
          </p:cNvPr>
          <p:cNvSpPr>
            <a:spLocks noGrp="1"/>
          </p:cNvSpPr>
          <p:nvPr>
            <p:ph type="sldNum" sz="quarter" idx="12"/>
          </p:nvPr>
        </p:nvSpPr>
        <p:spPr/>
        <p:txBody>
          <a:bodyPr/>
          <a:lstStyle/>
          <a:p>
            <a:fld id="{1D35648D-F5C7-4BFF-B22F-46A204622786}" type="slidenum">
              <a:rPr lang="en-US" smtClean="0"/>
              <a:t>‹#›</a:t>
            </a:fld>
            <a:endParaRPr lang="en-US"/>
          </a:p>
        </p:txBody>
      </p:sp>
    </p:spTree>
    <p:extLst>
      <p:ext uri="{BB962C8B-B14F-4D97-AF65-F5344CB8AC3E}">
        <p14:creationId xmlns:p14="http://schemas.microsoft.com/office/powerpoint/2010/main" val="29262387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2DBFE-AA05-0539-6587-18A1502327B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4747069-2571-7D91-26BB-60EAD9AE7F34}"/>
              </a:ext>
            </a:extLst>
          </p:cNvPr>
          <p:cNvSpPr>
            <a:spLocks noGrp="1"/>
          </p:cNvSpPr>
          <p:nvPr>
            <p:ph type="dt" sz="half" idx="10"/>
          </p:nvPr>
        </p:nvSpPr>
        <p:spPr/>
        <p:txBody>
          <a:bodyPr/>
          <a:lstStyle/>
          <a:p>
            <a:fld id="{EAD7B6B9-FAB5-4EB5-8C8F-D6145FFF25E7}" type="datetimeFigureOut">
              <a:rPr lang="en-US" smtClean="0"/>
              <a:t>11/10/2025</a:t>
            </a:fld>
            <a:endParaRPr lang="en-US"/>
          </a:p>
        </p:txBody>
      </p:sp>
      <p:sp>
        <p:nvSpPr>
          <p:cNvPr id="4" name="Footer Placeholder 3">
            <a:extLst>
              <a:ext uri="{FF2B5EF4-FFF2-40B4-BE49-F238E27FC236}">
                <a16:creationId xmlns:a16="http://schemas.microsoft.com/office/drawing/2014/main" id="{26D966CE-C9AC-5454-E807-57646DE4C79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412425F-1613-925E-9D63-0B73187113D2}"/>
              </a:ext>
            </a:extLst>
          </p:cNvPr>
          <p:cNvSpPr>
            <a:spLocks noGrp="1"/>
          </p:cNvSpPr>
          <p:nvPr>
            <p:ph type="sldNum" sz="quarter" idx="12"/>
          </p:nvPr>
        </p:nvSpPr>
        <p:spPr/>
        <p:txBody>
          <a:bodyPr/>
          <a:lstStyle/>
          <a:p>
            <a:fld id="{1D35648D-F5C7-4BFF-B22F-46A204622786}" type="slidenum">
              <a:rPr lang="en-US" smtClean="0"/>
              <a:t>‹#›</a:t>
            </a:fld>
            <a:endParaRPr lang="en-US"/>
          </a:p>
        </p:txBody>
      </p:sp>
    </p:spTree>
    <p:extLst>
      <p:ext uri="{BB962C8B-B14F-4D97-AF65-F5344CB8AC3E}">
        <p14:creationId xmlns:p14="http://schemas.microsoft.com/office/powerpoint/2010/main" val="16230682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63CAF1-2962-B86B-EBB3-CBC927F3FB3C}"/>
              </a:ext>
            </a:extLst>
          </p:cNvPr>
          <p:cNvSpPr>
            <a:spLocks noGrp="1"/>
          </p:cNvSpPr>
          <p:nvPr>
            <p:ph type="dt" sz="half" idx="10"/>
          </p:nvPr>
        </p:nvSpPr>
        <p:spPr/>
        <p:txBody>
          <a:bodyPr/>
          <a:lstStyle/>
          <a:p>
            <a:fld id="{EAD7B6B9-FAB5-4EB5-8C8F-D6145FFF25E7}" type="datetimeFigureOut">
              <a:rPr lang="en-US" smtClean="0"/>
              <a:t>11/10/2025</a:t>
            </a:fld>
            <a:endParaRPr lang="en-US"/>
          </a:p>
        </p:txBody>
      </p:sp>
      <p:sp>
        <p:nvSpPr>
          <p:cNvPr id="3" name="Footer Placeholder 2">
            <a:extLst>
              <a:ext uri="{FF2B5EF4-FFF2-40B4-BE49-F238E27FC236}">
                <a16:creationId xmlns:a16="http://schemas.microsoft.com/office/drawing/2014/main" id="{2F53A27D-6450-CB27-8A5C-492FEE779AF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388E77D-29FF-4038-4187-3D1E1C5AF310}"/>
              </a:ext>
            </a:extLst>
          </p:cNvPr>
          <p:cNvSpPr>
            <a:spLocks noGrp="1"/>
          </p:cNvSpPr>
          <p:nvPr>
            <p:ph type="sldNum" sz="quarter" idx="12"/>
          </p:nvPr>
        </p:nvSpPr>
        <p:spPr/>
        <p:txBody>
          <a:bodyPr/>
          <a:lstStyle/>
          <a:p>
            <a:fld id="{1D35648D-F5C7-4BFF-B22F-46A204622786}" type="slidenum">
              <a:rPr lang="en-US" smtClean="0"/>
              <a:t>‹#›</a:t>
            </a:fld>
            <a:endParaRPr lang="en-US"/>
          </a:p>
        </p:txBody>
      </p:sp>
    </p:spTree>
    <p:extLst>
      <p:ext uri="{BB962C8B-B14F-4D97-AF65-F5344CB8AC3E}">
        <p14:creationId xmlns:p14="http://schemas.microsoft.com/office/powerpoint/2010/main" val="1961747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DC500-5872-86C9-E507-390415509E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A726487-B86E-3F70-53CC-0BBE11AD69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76D5F22-81EE-1F7B-6CA5-BE4D23ECFB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BFE60A-9979-18DC-DE52-F9694048E8D5}"/>
              </a:ext>
            </a:extLst>
          </p:cNvPr>
          <p:cNvSpPr>
            <a:spLocks noGrp="1"/>
          </p:cNvSpPr>
          <p:nvPr>
            <p:ph type="dt" sz="half" idx="10"/>
          </p:nvPr>
        </p:nvSpPr>
        <p:spPr/>
        <p:txBody>
          <a:bodyPr/>
          <a:lstStyle/>
          <a:p>
            <a:fld id="{EAD7B6B9-FAB5-4EB5-8C8F-D6145FFF25E7}" type="datetimeFigureOut">
              <a:rPr lang="en-US" smtClean="0"/>
              <a:t>11/10/2025</a:t>
            </a:fld>
            <a:endParaRPr lang="en-US"/>
          </a:p>
        </p:txBody>
      </p:sp>
      <p:sp>
        <p:nvSpPr>
          <p:cNvPr id="6" name="Footer Placeholder 5">
            <a:extLst>
              <a:ext uri="{FF2B5EF4-FFF2-40B4-BE49-F238E27FC236}">
                <a16:creationId xmlns:a16="http://schemas.microsoft.com/office/drawing/2014/main" id="{C4E81142-6B59-EB3B-7222-88C4F5C2C3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D40A74-B0D4-EE42-1F61-746DDF5F7A62}"/>
              </a:ext>
            </a:extLst>
          </p:cNvPr>
          <p:cNvSpPr>
            <a:spLocks noGrp="1"/>
          </p:cNvSpPr>
          <p:nvPr>
            <p:ph type="sldNum" sz="quarter" idx="12"/>
          </p:nvPr>
        </p:nvSpPr>
        <p:spPr/>
        <p:txBody>
          <a:bodyPr/>
          <a:lstStyle/>
          <a:p>
            <a:fld id="{1D35648D-F5C7-4BFF-B22F-46A204622786}" type="slidenum">
              <a:rPr lang="en-US" smtClean="0"/>
              <a:t>‹#›</a:t>
            </a:fld>
            <a:endParaRPr lang="en-US"/>
          </a:p>
        </p:txBody>
      </p:sp>
    </p:spTree>
    <p:extLst>
      <p:ext uri="{BB962C8B-B14F-4D97-AF65-F5344CB8AC3E}">
        <p14:creationId xmlns:p14="http://schemas.microsoft.com/office/powerpoint/2010/main" val="4098772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2B583-9BDA-19F2-B050-CEB6604E46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73AFFBA-F2FF-C8F5-3C58-4DAE9A0010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0AAF938-495F-34A2-4B8C-74422635AA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DA0D31-278F-2348-79DA-D8F1506C3396}"/>
              </a:ext>
            </a:extLst>
          </p:cNvPr>
          <p:cNvSpPr>
            <a:spLocks noGrp="1"/>
          </p:cNvSpPr>
          <p:nvPr>
            <p:ph type="dt" sz="half" idx="10"/>
          </p:nvPr>
        </p:nvSpPr>
        <p:spPr/>
        <p:txBody>
          <a:bodyPr/>
          <a:lstStyle/>
          <a:p>
            <a:fld id="{EAD7B6B9-FAB5-4EB5-8C8F-D6145FFF25E7}" type="datetimeFigureOut">
              <a:rPr lang="en-US" smtClean="0"/>
              <a:t>11/10/2025</a:t>
            </a:fld>
            <a:endParaRPr lang="en-US"/>
          </a:p>
        </p:txBody>
      </p:sp>
      <p:sp>
        <p:nvSpPr>
          <p:cNvPr id="6" name="Footer Placeholder 5">
            <a:extLst>
              <a:ext uri="{FF2B5EF4-FFF2-40B4-BE49-F238E27FC236}">
                <a16:creationId xmlns:a16="http://schemas.microsoft.com/office/drawing/2014/main" id="{43AB3FCB-2D32-2474-0D04-F1DC6D3C88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3EC677-176F-8C47-D27B-83B4C2177DDA}"/>
              </a:ext>
            </a:extLst>
          </p:cNvPr>
          <p:cNvSpPr>
            <a:spLocks noGrp="1"/>
          </p:cNvSpPr>
          <p:nvPr>
            <p:ph type="sldNum" sz="quarter" idx="12"/>
          </p:nvPr>
        </p:nvSpPr>
        <p:spPr/>
        <p:txBody>
          <a:bodyPr/>
          <a:lstStyle/>
          <a:p>
            <a:fld id="{1D35648D-F5C7-4BFF-B22F-46A204622786}" type="slidenum">
              <a:rPr lang="en-US" smtClean="0"/>
              <a:t>‹#›</a:t>
            </a:fld>
            <a:endParaRPr lang="en-US"/>
          </a:p>
        </p:txBody>
      </p:sp>
    </p:spTree>
    <p:extLst>
      <p:ext uri="{BB962C8B-B14F-4D97-AF65-F5344CB8AC3E}">
        <p14:creationId xmlns:p14="http://schemas.microsoft.com/office/powerpoint/2010/main" val="2338769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7874C-1741-E225-1EA2-0BF8C68E37C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320DD2E-2001-EF8C-9BD4-64AD546ECF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DCDC80-9643-D16F-7AA5-2BE1E3E4DC45}"/>
              </a:ext>
            </a:extLst>
          </p:cNvPr>
          <p:cNvSpPr>
            <a:spLocks noGrp="1"/>
          </p:cNvSpPr>
          <p:nvPr>
            <p:ph type="dt" sz="half" idx="10"/>
          </p:nvPr>
        </p:nvSpPr>
        <p:spPr/>
        <p:txBody>
          <a:bodyPr/>
          <a:lstStyle/>
          <a:p>
            <a:fld id="{EAD7B6B9-FAB5-4EB5-8C8F-D6145FFF25E7}" type="datetimeFigureOut">
              <a:rPr lang="en-US" smtClean="0"/>
              <a:t>11/10/2025</a:t>
            </a:fld>
            <a:endParaRPr lang="en-US"/>
          </a:p>
        </p:txBody>
      </p:sp>
      <p:sp>
        <p:nvSpPr>
          <p:cNvPr id="5" name="Footer Placeholder 4">
            <a:extLst>
              <a:ext uri="{FF2B5EF4-FFF2-40B4-BE49-F238E27FC236}">
                <a16:creationId xmlns:a16="http://schemas.microsoft.com/office/drawing/2014/main" id="{1AA27245-8296-FBF0-4860-C1E45480CB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8F9456-F861-3DB8-B4F7-6F222D808B1F}"/>
              </a:ext>
            </a:extLst>
          </p:cNvPr>
          <p:cNvSpPr>
            <a:spLocks noGrp="1"/>
          </p:cNvSpPr>
          <p:nvPr>
            <p:ph type="sldNum" sz="quarter" idx="12"/>
          </p:nvPr>
        </p:nvSpPr>
        <p:spPr/>
        <p:txBody>
          <a:bodyPr/>
          <a:lstStyle/>
          <a:p>
            <a:fld id="{1D35648D-F5C7-4BFF-B22F-46A204622786}" type="slidenum">
              <a:rPr lang="en-US" smtClean="0"/>
              <a:t>‹#›</a:t>
            </a:fld>
            <a:endParaRPr lang="en-US"/>
          </a:p>
        </p:txBody>
      </p:sp>
    </p:spTree>
    <p:extLst>
      <p:ext uri="{BB962C8B-B14F-4D97-AF65-F5344CB8AC3E}">
        <p14:creationId xmlns:p14="http://schemas.microsoft.com/office/powerpoint/2010/main" val="4054449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2E491B-40E6-AD25-3033-E89C60D99F1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FC3EE38-A8DE-853B-4B76-7E5275349CA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DF6917-D826-18A1-70DD-91A98F53C8D6}"/>
              </a:ext>
            </a:extLst>
          </p:cNvPr>
          <p:cNvSpPr>
            <a:spLocks noGrp="1"/>
          </p:cNvSpPr>
          <p:nvPr>
            <p:ph type="dt" sz="half" idx="10"/>
          </p:nvPr>
        </p:nvSpPr>
        <p:spPr/>
        <p:txBody>
          <a:bodyPr/>
          <a:lstStyle/>
          <a:p>
            <a:fld id="{EAD7B6B9-FAB5-4EB5-8C8F-D6145FFF25E7}" type="datetimeFigureOut">
              <a:rPr lang="en-US" smtClean="0"/>
              <a:t>11/10/2025</a:t>
            </a:fld>
            <a:endParaRPr lang="en-US"/>
          </a:p>
        </p:txBody>
      </p:sp>
      <p:sp>
        <p:nvSpPr>
          <p:cNvPr id="5" name="Footer Placeholder 4">
            <a:extLst>
              <a:ext uri="{FF2B5EF4-FFF2-40B4-BE49-F238E27FC236}">
                <a16:creationId xmlns:a16="http://schemas.microsoft.com/office/drawing/2014/main" id="{AA40E64D-A0DD-36C2-DB83-B4624B81B6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4D5BB7-692F-5D69-00FC-6512A60903A6}"/>
              </a:ext>
            </a:extLst>
          </p:cNvPr>
          <p:cNvSpPr>
            <a:spLocks noGrp="1"/>
          </p:cNvSpPr>
          <p:nvPr>
            <p:ph type="sldNum" sz="quarter" idx="12"/>
          </p:nvPr>
        </p:nvSpPr>
        <p:spPr/>
        <p:txBody>
          <a:bodyPr/>
          <a:lstStyle/>
          <a:p>
            <a:fld id="{1D35648D-F5C7-4BFF-B22F-46A204622786}" type="slidenum">
              <a:rPr lang="en-US" smtClean="0"/>
              <a:t>‹#›</a:t>
            </a:fld>
            <a:endParaRPr lang="en-US"/>
          </a:p>
        </p:txBody>
      </p:sp>
    </p:spTree>
    <p:extLst>
      <p:ext uri="{BB962C8B-B14F-4D97-AF65-F5344CB8AC3E}">
        <p14:creationId xmlns:p14="http://schemas.microsoft.com/office/powerpoint/2010/main" val="26184771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D89725-0EF7-936B-5132-DBE4CF33531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1C08C61-FABB-AB63-170E-6CE9275CAA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F71B00-0F93-F0A8-EB45-8D92ADCD0F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AD7B6B9-FAB5-4EB5-8C8F-D6145FFF25E7}" type="datetimeFigureOut">
              <a:rPr lang="en-US" smtClean="0"/>
              <a:t>11/10/2025</a:t>
            </a:fld>
            <a:endParaRPr lang="en-US"/>
          </a:p>
        </p:txBody>
      </p:sp>
      <p:sp>
        <p:nvSpPr>
          <p:cNvPr id="5" name="Footer Placeholder 4">
            <a:extLst>
              <a:ext uri="{FF2B5EF4-FFF2-40B4-BE49-F238E27FC236}">
                <a16:creationId xmlns:a16="http://schemas.microsoft.com/office/drawing/2014/main" id="{C29C5D0A-74F1-445A-D3DA-7D09EE41EF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C3B3336-69BB-E323-DDFD-4C9277EFF4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D35648D-F5C7-4BFF-B22F-46A204622786}" type="slidenum">
              <a:rPr lang="en-US" smtClean="0"/>
              <a:t>‹#›</a:t>
            </a:fld>
            <a:endParaRPr lang="en-US"/>
          </a:p>
        </p:txBody>
      </p:sp>
    </p:spTree>
    <p:extLst>
      <p:ext uri="{BB962C8B-B14F-4D97-AF65-F5344CB8AC3E}">
        <p14:creationId xmlns:p14="http://schemas.microsoft.com/office/powerpoint/2010/main" val="32451886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F9F96BC-5337-6CCF-BE7B-7DC4D4FC2563}"/>
              </a:ext>
            </a:extLst>
          </p:cNvPr>
          <p:cNvSpPr txBox="1"/>
          <p:nvPr/>
        </p:nvSpPr>
        <p:spPr>
          <a:xfrm>
            <a:off x="1014984" y="731520"/>
            <a:ext cx="9400032" cy="1938992"/>
          </a:xfrm>
          <a:prstGeom prst="rect">
            <a:avLst/>
          </a:prstGeom>
          <a:noFill/>
        </p:spPr>
        <p:txBody>
          <a:bodyPr wrap="square" rtlCol="0">
            <a:spAutoFit/>
          </a:bodyPr>
          <a:lstStyle/>
          <a:p>
            <a:r>
              <a:rPr lang="es-CO" sz="2400" b="1" dirty="0"/>
              <a:t>Ingeniería de Requerimientos</a:t>
            </a:r>
          </a:p>
          <a:p>
            <a:endParaRPr lang="es-CO" sz="2400" b="1" dirty="0"/>
          </a:p>
          <a:p>
            <a:r>
              <a:rPr lang="es-CO" sz="2400" b="1" dirty="0"/>
              <a:t>Bibliografía </a:t>
            </a:r>
          </a:p>
          <a:p>
            <a:endParaRPr lang="es-CO" sz="2400" b="1" dirty="0"/>
          </a:p>
          <a:p>
            <a:r>
              <a:rPr lang="es-CO" sz="2400" b="1" dirty="0"/>
              <a:t>Modelado del sistema</a:t>
            </a:r>
            <a:endParaRPr lang="en-US" sz="2400" b="1" dirty="0"/>
          </a:p>
        </p:txBody>
      </p:sp>
    </p:spTree>
    <p:extLst>
      <p:ext uri="{BB962C8B-B14F-4D97-AF65-F5344CB8AC3E}">
        <p14:creationId xmlns:p14="http://schemas.microsoft.com/office/powerpoint/2010/main" val="38544858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909B254-D382-2444-D270-51A55F785FF9}"/>
              </a:ext>
            </a:extLst>
          </p:cNvPr>
          <p:cNvSpPr txBox="1"/>
          <p:nvPr/>
        </p:nvSpPr>
        <p:spPr>
          <a:xfrm>
            <a:off x="822960" y="493776"/>
            <a:ext cx="5413248" cy="523220"/>
          </a:xfrm>
          <a:prstGeom prst="rect">
            <a:avLst/>
          </a:prstGeom>
          <a:noFill/>
        </p:spPr>
        <p:txBody>
          <a:bodyPr wrap="square" rtlCol="0">
            <a:spAutoFit/>
          </a:bodyPr>
          <a:lstStyle/>
          <a:p>
            <a:r>
              <a:rPr lang="es-CO" sz="2800" b="1" dirty="0"/>
              <a:t>Modelado del sistema (1)</a:t>
            </a:r>
            <a:endParaRPr lang="en-US" sz="2800" b="1" dirty="0"/>
          </a:p>
        </p:txBody>
      </p:sp>
      <p:pic>
        <p:nvPicPr>
          <p:cNvPr id="4" name="Picture 3">
            <a:extLst>
              <a:ext uri="{FF2B5EF4-FFF2-40B4-BE49-F238E27FC236}">
                <a16:creationId xmlns:a16="http://schemas.microsoft.com/office/drawing/2014/main" id="{C8A21733-2C6A-7381-84CF-3FF7C547CD67}"/>
              </a:ext>
            </a:extLst>
          </p:cNvPr>
          <p:cNvPicPr>
            <a:picLocks noChangeAspect="1"/>
          </p:cNvPicPr>
          <p:nvPr/>
        </p:nvPicPr>
        <p:blipFill>
          <a:blip r:embed="rId2"/>
          <a:stretch>
            <a:fillRect/>
          </a:stretch>
        </p:blipFill>
        <p:spPr>
          <a:xfrm>
            <a:off x="556439" y="1606683"/>
            <a:ext cx="11079121" cy="2638793"/>
          </a:xfrm>
          <a:prstGeom prst="rect">
            <a:avLst/>
          </a:prstGeom>
        </p:spPr>
      </p:pic>
    </p:spTree>
    <p:extLst>
      <p:ext uri="{BB962C8B-B14F-4D97-AF65-F5344CB8AC3E}">
        <p14:creationId xmlns:p14="http://schemas.microsoft.com/office/powerpoint/2010/main" val="41873407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830FE-CB0C-2CF2-15F8-998BEFE7C6C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545B39E-505A-8919-647C-8401970AA605}"/>
              </a:ext>
            </a:extLst>
          </p:cNvPr>
          <p:cNvSpPr txBox="1"/>
          <p:nvPr/>
        </p:nvSpPr>
        <p:spPr>
          <a:xfrm>
            <a:off x="822960" y="493776"/>
            <a:ext cx="5413248" cy="523220"/>
          </a:xfrm>
          <a:prstGeom prst="rect">
            <a:avLst/>
          </a:prstGeom>
          <a:noFill/>
        </p:spPr>
        <p:txBody>
          <a:bodyPr wrap="square" rtlCol="0">
            <a:spAutoFit/>
          </a:bodyPr>
          <a:lstStyle/>
          <a:p>
            <a:r>
              <a:rPr lang="es-CO" sz="2800" b="1" dirty="0"/>
              <a:t>Modelado del sistema (2)</a:t>
            </a:r>
            <a:endParaRPr lang="en-US" sz="2800" b="1" dirty="0"/>
          </a:p>
        </p:txBody>
      </p:sp>
      <p:pic>
        <p:nvPicPr>
          <p:cNvPr id="5" name="Picture 4">
            <a:extLst>
              <a:ext uri="{FF2B5EF4-FFF2-40B4-BE49-F238E27FC236}">
                <a16:creationId xmlns:a16="http://schemas.microsoft.com/office/drawing/2014/main" id="{469446F5-CCD1-5FF4-2446-DF991B5B76F8}"/>
              </a:ext>
            </a:extLst>
          </p:cNvPr>
          <p:cNvPicPr>
            <a:picLocks noChangeAspect="1"/>
          </p:cNvPicPr>
          <p:nvPr/>
        </p:nvPicPr>
        <p:blipFill>
          <a:blip r:embed="rId2"/>
          <a:stretch>
            <a:fillRect/>
          </a:stretch>
        </p:blipFill>
        <p:spPr>
          <a:xfrm>
            <a:off x="436038" y="1552313"/>
            <a:ext cx="11155332" cy="1876687"/>
          </a:xfrm>
          <a:prstGeom prst="rect">
            <a:avLst/>
          </a:prstGeom>
        </p:spPr>
      </p:pic>
    </p:spTree>
    <p:extLst>
      <p:ext uri="{BB962C8B-B14F-4D97-AF65-F5344CB8AC3E}">
        <p14:creationId xmlns:p14="http://schemas.microsoft.com/office/powerpoint/2010/main" val="24556715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801EA-A21B-143C-EDD2-A2B39D6A7C6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D7CFC8A-72A6-5E9E-6D7F-5B79086D9F43}"/>
              </a:ext>
            </a:extLst>
          </p:cNvPr>
          <p:cNvSpPr txBox="1"/>
          <p:nvPr/>
        </p:nvSpPr>
        <p:spPr>
          <a:xfrm>
            <a:off x="822960" y="493776"/>
            <a:ext cx="5413248" cy="523220"/>
          </a:xfrm>
          <a:prstGeom prst="rect">
            <a:avLst/>
          </a:prstGeom>
          <a:noFill/>
        </p:spPr>
        <p:txBody>
          <a:bodyPr wrap="square" rtlCol="0">
            <a:spAutoFit/>
          </a:bodyPr>
          <a:lstStyle/>
          <a:p>
            <a:r>
              <a:rPr lang="es-CO" sz="2800" b="1" dirty="0"/>
              <a:t>Modelado del sistema (3)</a:t>
            </a:r>
            <a:endParaRPr lang="en-US" sz="2800" b="1" dirty="0"/>
          </a:p>
        </p:txBody>
      </p:sp>
      <p:pic>
        <p:nvPicPr>
          <p:cNvPr id="4" name="Picture 3">
            <a:extLst>
              <a:ext uri="{FF2B5EF4-FFF2-40B4-BE49-F238E27FC236}">
                <a16:creationId xmlns:a16="http://schemas.microsoft.com/office/drawing/2014/main" id="{2E8E3522-B72D-AED4-B4E7-C853BCA1D333}"/>
              </a:ext>
            </a:extLst>
          </p:cNvPr>
          <p:cNvPicPr>
            <a:picLocks noChangeAspect="1"/>
          </p:cNvPicPr>
          <p:nvPr/>
        </p:nvPicPr>
        <p:blipFill>
          <a:blip r:embed="rId2"/>
          <a:stretch>
            <a:fillRect/>
          </a:stretch>
        </p:blipFill>
        <p:spPr>
          <a:xfrm>
            <a:off x="404018" y="1380839"/>
            <a:ext cx="11383964" cy="4096322"/>
          </a:xfrm>
          <a:prstGeom prst="rect">
            <a:avLst/>
          </a:prstGeom>
        </p:spPr>
      </p:pic>
    </p:spTree>
    <p:extLst>
      <p:ext uri="{BB962C8B-B14F-4D97-AF65-F5344CB8AC3E}">
        <p14:creationId xmlns:p14="http://schemas.microsoft.com/office/powerpoint/2010/main" val="1856853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0C473-1B1D-4087-A033-022ED1E5D7F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D4DB34C-C2B0-4923-16CE-305B74FFD46E}"/>
              </a:ext>
            </a:extLst>
          </p:cNvPr>
          <p:cNvSpPr txBox="1"/>
          <p:nvPr/>
        </p:nvSpPr>
        <p:spPr>
          <a:xfrm>
            <a:off x="822960" y="493776"/>
            <a:ext cx="7388352" cy="954107"/>
          </a:xfrm>
          <a:prstGeom prst="rect">
            <a:avLst/>
          </a:prstGeom>
          <a:noFill/>
        </p:spPr>
        <p:txBody>
          <a:bodyPr wrap="square" rtlCol="0">
            <a:spAutoFit/>
          </a:bodyPr>
          <a:lstStyle/>
          <a:p>
            <a:r>
              <a:rPr lang="es-CO" sz="2800" b="1" dirty="0"/>
              <a:t>Modelos para representar el sistema (abstracciones)</a:t>
            </a:r>
            <a:endParaRPr lang="en-US" sz="2800" b="1" dirty="0"/>
          </a:p>
        </p:txBody>
      </p:sp>
      <p:pic>
        <p:nvPicPr>
          <p:cNvPr id="5" name="Picture 4">
            <a:extLst>
              <a:ext uri="{FF2B5EF4-FFF2-40B4-BE49-F238E27FC236}">
                <a16:creationId xmlns:a16="http://schemas.microsoft.com/office/drawing/2014/main" id="{1A93944A-73A4-7919-93F0-50D7AC3C3452}"/>
              </a:ext>
            </a:extLst>
          </p:cNvPr>
          <p:cNvPicPr>
            <a:picLocks noChangeAspect="1"/>
          </p:cNvPicPr>
          <p:nvPr/>
        </p:nvPicPr>
        <p:blipFill>
          <a:blip r:embed="rId2"/>
          <a:stretch>
            <a:fillRect/>
          </a:stretch>
        </p:blipFill>
        <p:spPr>
          <a:xfrm>
            <a:off x="399255" y="1983053"/>
            <a:ext cx="11393490" cy="3477110"/>
          </a:xfrm>
          <a:prstGeom prst="rect">
            <a:avLst/>
          </a:prstGeom>
        </p:spPr>
      </p:pic>
    </p:spTree>
    <p:extLst>
      <p:ext uri="{BB962C8B-B14F-4D97-AF65-F5344CB8AC3E}">
        <p14:creationId xmlns:p14="http://schemas.microsoft.com/office/powerpoint/2010/main" val="30569838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1C700-77B2-C4B6-F9D6-841B4011B90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98E9FC7-0C01-6612-94E2-ED0B9FC6CD61}"/>
              </a:ext>
            </a:extLst>
          </p:cNvPr>
          <p:cNvSpPr txBox="1"/>
          <p:nvPr/>
        </p:nvSpPr>
        <p:spPr>
          <a:xfrm>
            <a:off x="786384" y="329184"/>
            <a:ext cx="9582912" cy="2062103"/>
          </a:xfrm>
          <a:prstGeom prst="rect">
            <a:avLst/>
          </a:prstGeom>
          <a:noFill/>
        </p:spPr>
        <p:txBody>
          <a:bodyPr wrap="square" rtlCol="0">
            <a:spAutoFit/>
          </a:bodyPr>
          <a:lstStyle/>
          <a:p>
            <a:r>
              <a:rPr lang="es-CO" sz="2800" b="1" dirty="0"/>
              <a:t>Modelos para representar el sistema </a:t>
            </a:r>
          </a:p>
          <a:p>
            <a:endParaRPr lang="es-CO" sz="2800" b="1" dirty="0"/>
          </a:p>
          <a:p>
            <a:r>
              <a:rPr lang="es-ES" dirty="0"/>
              <a:t>El Lenguaje de Modelado Unificado (UML) tiene numerosos tipos de diagramas y, por lo tanto, soporta la creación de muchos diferentes tipos de modelo de sistema. La mayoría de los usuarios del UML consideran cinco tipos de diagrama podrían representar lo esencial de un sistema:</a:t>
            </a:r>
            <a:endParaRPr lang="en-US" sz="2800" b="1" dirty="0"/>
          </a:p>
        </p:txBody>
      </p:sp>
      <p:pic>
        <p:nvPicPr>
          <p:cNvPr id="4" name="Picture 3">
            <a:extLst>
              <a:ext uri="{FF2B5EF4-FFF2-40B4-BE49-F238E27FC236}">
                <a16:creationId xmlns:a16="http://schemas.microsoft.com/office/drawing/2014/main" id="{627B032A-EB3B-97DE-FAE6-938278E8AF2A}"/>
              </a:ext>
            </a:extLst>
          </p:cNvPr>
          <p:cNvPicPr>
            <a:picLocks noChangeAspect="1"/>
          </p:cNvPicPr>
          <p:nvPr/>
        </p:nvPicPr>
        <p:blipFill>
          <a:blip r:embed="rId2"/>
          <a:stretch>
            <a:fillRect/>
          </a:stretch>
        </p:blipFill>
        <p:spPr>
          <a:xfrm>
            <a:off x="1878767" y="2568030"/>
            <a:ext cx="8179633" cy="3373521"/>
          </a:xfrm>
          <a:prstGeom prst="rect">
            <a:avLst/>
          </a:prstGeom>
        </p:spPr>
      </p:pic>
    </p:spTree>
    <p:extLst>
      <p:ext uri="{BB962C8B-B14F-4D97-AF65-F5344CB8AC3E}">
        <p14:creationId xmlns:p14="http://schemas.microsoft.com/office/powerpoint/2010/main" val="2482338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F4A7B-E84B-4455-3C56-D644CFB91E5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7E0755D-5241-584C-A2E3-7BEE0EEBDF26}"/>
              </a:ext>
            </a:extLst>
          </p:cNvPr>
          <p:cNvSpPr txBox="1"/>
          <p:nvPr/>
        </p:nvSpPr>
        <p:spPr>
          <a:xfrm>
            <a:off x="914400" y="411480"/>
            <a:ext cx="9582912" cy="523220"/>
          </a:xfrm>
          <a:prstGeom prst="rect">
            <a:avLst/>
          </a:prstGeom>
          <a:noFill/>
        </p:spPr>
        <p:txBody>
          <a:bodyPr wrap="square" rtlCol="0">
            <a:spAutoFit/>
          </a:bodyPr>
          <a:lstStyle/>
          <a:p>
            <a:r>
              <a:rPr lang="es-CO" sz="2800" b="1" dirty="0"/>
              <a:t>Modelos para representar el sistema </a:t>
            </a:r>
          </a:p>
        </p:txBody>
      </p:sp>
      <p:pic>
        <p:nvPicPr>
          <p:cNvPr id="5" name="Picture 4">
            <a:extLst>
              <a:ext uri="{FF2B5EF4-FFF2-40B4-BE49-F238E27FC236}">
                <a16:creationId xmlns:a16="http://schemas.microsoft.com/office/drawing/2014/main" id="{87874FBD-24C6-B303-6C49-49DF5AA5E6E4}"/>
              </a:ext>
            </a:extLst>
          </p:cNvPr>
          <p:cNvPicPr>
            <a:picLocks noChangeAspect="1"/>
          </p:cNvPicPr>
          <p:nvPr/>
        </p:nvPicPr>
        <p:blipFill>
          <a:blip r:embed="rId2"/>
          <a:stretch>
            <a:fillRect/>
          </a:stretch>
        </p:blipFill>
        <p:spPr>
          <a:xfrm>
            <a:off x="702122" y="1265472"/>
            <a:ext cx="10609006" cy="2707953"/>
          </a:xfrm>
          <a:prstGeom prst="rect">
            <a:avLst/>
          </a:prstGeom>
        </p:spPr>
      </p:pic>
    </p:spTree>
    <p:extLst>
      <p:ext uri="{BB962C8B-B14F-4D97-AF65-F5344CB8AC3E}">
        <p14:creationId xmlns:p14="http://schemas.microsoft.com/office/powerpoint/2010/main" val="3676209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945B2-99C0-DE90-E2B1-F6BC78CE68A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16EB9F8-B4E9-D039-5E3A-85234944690C}"/>
              </a:ext>
            </a:extLst>
          </p:cNvPr>
          <p:cNvSpPr txBox="1"/>
          <p:nvPr/>
        </p:nvSpPr>
        <p:spPr>
          <a:xfrm>
            <a:off x="914400" y="411480"/>
            <a:ext cx="9582912" cy="523220"/>
          </a:xfrm>
          <a:prstGeom prst="rect">
            <a:avLst/>
          </a:prstGeom>
          <a:noFill/>
        </p:spPr>
        <p:txBody>
          <a:bodyPr wrap="square" rtlCol="0">
            <a:spAutoFit/>
          </a:bodyPr>
          <a:lstStyle/>
          <a:p>
            <a:r>
              <a:rPr lang="es-CO" sz="2800" b="1" dirty="0"/>
              <a:t>Modelos de Contexto </a:t>
            </a:r>
          </a:p>
        </p:txBody>
      </p:sp>
      <p:pic>
        <p:nvPicPr>
          <p:cNvPr id="4" name="Picture 3">
            <a:extLst>
              <a:ext uri="{FF2B5EF4-FFF2-40B4-BE49-F238E27FC236}">
                <a16:creationId xmlns:a16="http://schemas.microsoft.com/office/drawing/2014/main" id="{6B09F27D-5DBD-6337-650F-D45BB5C60702}"/>
              </a:ext>
            </a:extLst>
          </p:cNvPr>
          <p:cNvPicPr>
            <a:picLocks noChangeAspect="1"/>
          </p:cNvPicPr>
          <p:nvPr/>
        </p:nvPicPr>
        <p:blipFill>
          <a:blip r:embed="rId2"/>
          <a:stretch>
            <a:fillRect/>
          </a:stretch>
        </p:blipFill>
        <p:spPr>
          <a:xfrm>
            <a:off x="1024128" y="1872778"/>
            <a:ext cx="9964541" cy="1686160"/>
          </a:xfrm>
          <a:prstGeom prst="rect">
            <a:avLst/>
          </a:prstGeom>
        </p:spPr>
      </p:pic>
      <p:pic>
        <p:nvPicPr>
          <p:cNvPr id="7" name="Picture 6">
            <a:extLst>
              <a:ext uri="{FF2B5EF4-FFF2-40B4-BE49-F238E27FC236}">
                <a16:creationId xmlns:a16="http://schemas.microsoft.com/office/drawing/2014/main" id="{6BA618F2-9AD6-68DA-E0E9-291AF6E8C82F}"/>
              </a:ext>
            </a:extLst>
          </p:cNvPr>
          <p:cNvPicPr>
            <a:picLocks noChangeAspect="1"/>
          </p:cNvPicPr>
          <p:nvPr/>
        </p:nvPicPr>
        <p:blipFill>
          <a:blip r:embed="rId3"/>
          <a:stretch>
            <a:fillRect/>
          </a:stretch>
        </p:blipFill>
        <p:spPr>
          <a:xfrm>
            <a:off x="914400" y="4048960"/>
            <a:ext cx="9974067" cy="1686160"/>
          </a:xfrm>
          <a:prstGeom prst="rect">
            <a:avLst/>
          </a:prstGeom>
        </p:spPr>
      </p:pic>
    </p:spTree>
    <p:extLst>
      <p:ext uri="{BB962C8B-B14F-4D97-AF65-F5344CB8AC3E}">
        <p14:creationId xmlns:p14="http://schemas.microsoft.com/office/powerpoint/2010/main" val="20057036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0CAF7-A27F-076C-CFD1-37857A9F7F4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D238372-0E49-C788-10A4-4F3E2C3FA0E7}"/>
              </a:ext>
            </a:extLst>
          </p:cNvPr>
          <p:cNvSpPr txBox="1"/>
          <p:nvPr/>
        </p:nvSpPr>
        <p:spPr>
          <a:xfrm>
            <a:off x="914400" y="411480"/>
            <a:ext cx="9582912" cy="523220"/>
          </a:xfrm>
          <a:prstGeom prst="rect">
            <a:avLst/>
          </a:prstGeom>
          <a:noFill/>
        </p:spPr>
        <p:txBody>
          <a:bodyPr wrap="square" rtlCol="0">
            <a:spAutoFit/>
          </a:bodyPr>
          <a:lstStyle/>
          <a:p>
            <a:r>
              <a:rPr lang="es-CO" sz="2800" b="1" dirty="0"/>
              <a:t>Modelos de Contexto </a:t>
            </a:r>
          </a:p>
        </p:txBody>
      </p:sp>
      <p:pic>
        <p:nvPicPr>
          <p:cNvPr id="5" name="Picture 4">
            <a:extLst>
              <a:ext uri="{FF2B5EF4-FFF2-40B4-BE49-F238E27FC236}">
                <a16:creationId xmlns:a16="http://schemas.microsoft.com/office/drawing/2014/main" id="{4976BB40-A715-66AF-9CC2-3DF6525CF397}"/>
              </a:ext>
            </a:extLst>
          </p:cNvPr>
          <p:cNvPicPr>
            <a:picLocks noChangeAspect="1"/>
          </p:cNvPicPr>
          <p:nvPr/>
        </p:nvPicPr>
        <p:blipFill>
          <a:blip r:embed="rId2"/>
          <a:stretch>
            <a:fillRect/>
          </a:stretch>
        </p:blipFill>
        <p:spPr>
          <a:xfrm>
            <a:off x="914400" y="1479049"/>
            <a:ext cx="9993120" cy="2619741"/>
          </a:xfrm>
          <a:prstGeom prst="rect">
            <a:avLst/>
          </a:prstGeom>
        </p:spPr>
      </p:pic>
      <p:pic>
        <p:nvPicPr>
          <p:cNvPr id="8" name="Picture 7">
            <a:extLst>
              <a:ext uri="{FF2B5EF4-FFF2-40B4-BE49-F238E27FC236}">
                <a16:creationId xmlns:a16="http://schemas.microsoft.com/office/drawing/2014/main" id="{85427B24-F1BC-0E35-B33A-CD24D8AD0747}"/>
              </a:ext>
            </a:extLst>
          </p:cNvPr>
          <p:cNvPicPr>
            <a:picLocks noChangeAspect="1"/>
          </p:cNvPicPr>
          <p:nvPr/>
        </p:nvPicPr>
        <p:blipFill>
          <a:blip r:embed="rId3"/>
          <a:stretch>
            <a:fillRect/>
          </a:stretch>
        </p:blipFill>
        <p:spPr>
          <a:xfrm>
            <a:off x="914400" y="4716328"/>
            <a:ext cx="9945488" cy="1009791"/>
          </a:xfrm>
          <a:prstGeom prst="rect">
            <a:avLst/>
          </a:prstGeom>
        </p:spPr>
      </p:pic>
    </p:spTree>
    <p:extLst>
      <p:ext uri="{BB962C8B-B14F-4D97-AF65-F5344CB8AC3E}">
        <p14:creationId xmlns:p14="http://schemas.microsoft.com/office/powerpoint/2010/main" val="418883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BC7B5-8A8F-B13A-42F7-DCB8EA4036E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B479239-D90D-2632-6305-6F86203EF2D1}"/>
              </a:ext>
            </a:extLst>
          </p:cNvPr>
          <p:cNvSpPr txBox="1"/>
          <p:nvPr/>
        </p:nvSpPr>
        <p:spPr>
          <a:xfrm>
            <a:off x="914400" y="411480"/>
            <a:ext cx="9582912" cy="954107"/>
          </a:xfrm>
          <a:prstGeom prst="rect">
            <a:avLst/>
          </a:prstGeom>
          <a:noFill/>
        </p:spPr>
        <p:txBody>
          <a:bodyPr wrap="square" rtlCol="0">
            <a:spAutoFit/>
          </a:bodyPr>
          <a:lstStyle/>
          <a:p>
            <a:r>
              <a:rPr lang="es-CO" sz="2800" b="1" dirty="0"/>
              <a:t>Modelos de Contexto: sistema de información del paciente y otros sistemas en su entorno</a:t>
            </a:r>
          </a:p>
        </p:txBody>
      </p:sp>
      <p:pic>
        <p:nvPicPr>
          <p:cNvPr id="5" name="Picture 4">
            <a:extLst>
              <a:ext uri="{FF2B5EF4-FFF2-40B4-BE49-F238E27FC236}">
                <a16:creationId xmlns:a16="http://schemas.microsoft.com/office/drawing/2014/main" id="{3E14A11F-3D51-BF72-D9D8-B093C8A8581A}"/>
              </a:ext>
            </a:extLst>
          </p:cNvPr>
          <p:cNvPicPr>
            <a:picLocks noChangeAspect="1"/>
          </p:cNvPicPr>
          <p:nvPr/>
        </p:nvPicPr>
        <p:blipFill>
          <a:blip r:embed="rId2"/>
          <a:stretch>
            <a:fillRect/>
          </a:stretch>
        </p:blipFill>
        <p:spPr>
          <a:xfrm>
            <a:off x="2515215" y="2124539"/>
            <a:ext cx="6601353" cy="4556098"/>
          </a:xfrm>
          <a:prstGeom prst="rect">
            <a:avLst/>
          </a:prstGeom>
        </p:spPr>
      </p:pic>
    </p:spTree>
    <p:extLst>
      <p:ext uri="{BB962C8B-B14F-4D97-AF65-F5344CB8AC3E}">
        <p14:creationId xmlns:p14="http://schemas.microsoft.com/office/powerpoint/2010/main" val="2607049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53387-5A9B-5B44-CEA4-5204D2FA340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0738D3E-2667-9031-F40B-C6D97F7CB04D}"/>
              </a:ext>
            </a:extLst>
          </p:cNvPr>
          <p:cNvSpPr txBox="1"/>
          <p:nvPr/>
        </p:nvSpPr>
        <p:spPr>
          <a:xfrm>
            <a:off x="1014984" y="146304"/>
            <a:ext cx="9582912" cy="830997"/>
          </a:xfrm>
          <a:prstGeom prst="rect">
            <a:avLst/>
          </a:prstGeom>
          <a:noFill/>
        </p:spPr>
        <p:txBody>
          <a:bodyPr wrap="square" rtlCol="0">
            <a:spAutoFit/>
          </a:bodyPr>
          <a:lstStyle/>
          <a:p>
            <a:r>
              <a:rPr lang="en-US" sz="2400" b="1" dirty="0"/>
              <a:t>Modelo del </a:t>
            </a:r>
            <a:r>
              <a:rPr lang="en-US" sz="2400" b="1" dirty="0" err="1"/>
              <a:t>proceso</a:t>
            </a:r>
            <a:r>
              <a:rPr lang="en-US" sz="2400" b="1" dirty="0"/>
              <a:t> de </a:t>
            </a:r>
            <a:r>
              <a:rPr lang="en-US" sz="2400" b="1" dirty="0" err="1"/>
              <a:t>detención</a:t>
            </a:r>
            <a:r>
              <a:rPr lang="en-US" sz="2400" b="1" dirty="0"/>
              <a:t> </a:t>
            </a:r>
            <a:r>
              <a:rPr lang="en-US" sz="2400" b="1" dirty="0" err="1"/>
              <a:t>involuntaria</a:t>
            </a:r>
            <a:endParaRPr lang="en-US" sz="2400" b="1" dirty="0"/>
          </a:p>
          <a:p>
            <a:r>
              <a:rPr lang="en-US" sz="2400" b="1" dirty="0" err="1"/>
              <a:t>Diagrama</a:t>
            </a:r>
            <a:r>
              <a:rPr lang="en-US" sz="2400" b="1" dirty="0"/>
              <a:t> de </a:t>
            </a:r>
            <a:r>
              <a:rPr lang="en-US" sz="2400" b="1" dirty="0" err="1"/>
              <a:t>actividad</a:t>
            </a:r>
            <a:r>
              <a:rPr lang="en-US" sz="2400" b="1" dirty="0"/>
              <a:t> UML</a:t>
            </a:r>
            <a:endParaRPr lang="es-CO" sz="2400" b="1" dirty="0"/>
          </a:p>
        </p:txBody>
      </p:sp>
      <p:pic>
        <p:nvPicPr>
          <p:cNvPr id="4" name="Picture 3">
            <a:extLst>
              <a:ext uri="{FF2B5EF4-FFF2-40B4-BE49-F238E27FC236}">
                <a16:creationId xmlns:a16="http://schemas.microsoft.com/office/drawing/2014/main" id="{6861E898-37EB-421B-2D02-30A45E5C7977}"/>
              </a:ext>
            </a:extLst>
          </p:cNvPr>
          <p:cNvPicPr>
            <a:picLocks noChangeAspect="1"/>
          </p:cNvPicPr>
          <p:nvPr/>
        </p:nvPicPr>
        <p:blipFill>
          <a:blip r:embed="rId2"/>
          <a:stretch>
            <a:fillRect/>
          </a:stretch>
        </p:blipFill>
        <p:spPr>
          <a:xfrm>
            <a:off x="2039112" y="977301"/>
            <a:ext cx="7133131" cy="3798231"/>
          </a:xfrm>
          <a:prstGeom prst="rect">
            <a:avLst/>
          </a:prstGeom>
        </p:spPr>
      </p:pic>
      <p:pic>
        <p:nvPicPr>
          <p:cNvPr id="7" name="Picture 6">
            <a:extLst>
              <a:ext uri="{FF2B5EF4-FFF2-40B4-BE49-F238E27FC236}">
                <a16:creationId xmlns:a16="http://schemas.microsoft.com/office/drawing/2014/main" id="{838442DE-9662-1508-3436-65FADCDD15D3}"/>
              </a:ext>
            </a:extLst>
          </p:cNvPr>
          <p:cNvPicPr>
            <a:picLocks noChangeAspect="1"/>
          </p:cNvPicPr>
          <p:nvPr/>
        </p:nvPicPr>
        <p:blipFill>
          <a:blip r:embed="rId3"/>
          <a:stretch>
            <a:fillRect/>
          </a:stretch>
        </p:blipFill>
        <p:spPr>
          <a:xfrm>
            <a:off x="1472184" y="4888136"/>
            <a:ext cx="7955280" cy="1823560"/>
          </a:xfrm>
          <a:prstGeom prst="rect">
            <a:avLst/>
          </a:prstGeom>
        </p:spPr>
      </p:pic>
    </p:spTree>
    <p:extLst>
      <p:ext uri="{BB962C8B-B14F-4D97-AF65-F5344CB8AC3E}">
        <p14:creationId xmlns:p14="http://schemas.microsoft.com/office/powerpoint/2010/main" val="26729573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F4C83-B3CF-52E9-B752-935A5B2E2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103F970-67C8-264F-8DAF-EFE05D37D245}"/>
              </a:ext>
            </a:extLst>
          </p:cNvPr>
          <p:cNvSpPr txBox="1"/>
          <p:nvPr/>
        </p:nvSpPr>
        <p:spPr>
          <a:xfrm>
            <a:off x="1143000" y="713232"/>
            <a:ext cx="9564624" cy="523220"/>
          </a:xfrm>
          <a:prstGeom prst="rect">
            <a:avLst/>
          </a:prstGeom>
          <a:noFill/>
        </p:spPr>
        <p:txBody>
          <a:bodyPr wrap="square" rtlCol="0">
            <a:spAutoFit/>
          </a:bodyPr>
          <a:lstStyle/>
          <a:p>
            <a:r>
              <a:rPr lang="en-US" sz="2800" b="1" dirty="0" err="1"/>
              <a:t>Modelos</a:t>
            </a:r>
            <a:r>
              <a:rPr lang="en-US" sz="2800" b="1" dirty="0"/>
              <a:t> de </a:t>
            </a:r>
            <a:r>
              <a:rPr lang="en-US" sz="2800" b="1" dirty="0" err="1"/>
              <a:t>interacción</a:t>
            </a:r>
            <a:endParaRPr lang="en-US" sz="2800" b="1" dirty="0"/>
          </a:p>
        </p:txBody>
      </p:sp>
      <p:pic>
        <p:nvPicPr>
          <p:cNvPr id="5" name="Picture 4">
            <a:extLst>
              <a:ext uri="{FF2B5EF4-FFF2-40B4-BE49-F238E27FC236}">
                <a16:creationId xmlns:a16="http://schemas.microsoft.com/office/drawing/2014/main" id="{905CB04C-A5ED-9E04-3499-B248BF36A663}"/>
              </a:ext>
            </a:extLst>
          </p:cNvPr>
          <p:cNvPicPr>
            <a:picLocks noChangeAspect="1"/>
          </p:cNvPicPr>
          <p:nvPr/>
        </p:nvPicPr>
        <p:blipFill>
          <a:blip r:embed="rId2"/>
          <a:stretch>
            <a:fillRect/>
          </a:stretch>
        </p:blipFill>
        <p:spPr>
          <a:xfrm>
            <a:off x="1349562" y="1696976"/>
            <a:ext cx="10059804" cy="2695951"/>
          </a:xfrm>
          <a:prstGeom prst="rect">
            <a:avLst/>
          </a:prstGeom>
        </p:spPr>
      </p:pic>
    </p:spTree>
    <p:extLst>
      <p:ext uri="{BB962C8B-B14F-4D97-AF65-F5344CB8AC3E}">
        <p14:creationId xmlns:p14="http://schemas.microsoft.com/office/powerpoint/2010/main" val="4606899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A37FD-DF24-896A-341F-398504ABD58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9D1C456-90F5-0AAC-5338-C5C21BD3DB53}"/>
              </a:ext>
            </a:extLst>
          </p:cNvPr>
          <p:cNvSpPr txBox="1"/>
          <p:nvPr/>
        </p:nvSpPr>
        <p:spPr>
          <a:xfrm>
            <a:off x="896112" y="510323"/>
            <a:ext cx="9564624" cy="523220"/>
          </a:xfrm>
          <a:prstGeom prst="rect">
            <a:avLst/>
          </a:prstGeom>
          <a:noFill/>
        </p:spPr>
        <p:txBody>
          <a:bodyPr wrap="square" rtlCol="0">
            <a:spAutoFit/>
          </a:bodyPr>
          <a:lstStyle/>
          <a:p>
            <a:r>
              <a:rPr lang="en-US" sz="2800" b="1" dirty="0" err="1"/>
              <a:t>Enfoques</a:t>
            </a:r>
            <a:r>
              <a:rPr lang="en-US" sz="2800" b="1" dirty="0"/>
              <a:t> </a:t>
            </a:r>
            <a:r>
              <a:rPr lang="en-US" sz="2800" b="1" dirty="0" err="1"/>
              <a:t>relacionados</a:t>
            </a:r>
            <a:r>
              <a:rPr lang="en-US" sz="2800" b="1" dirty="0"/>
              <a:t> son </a:t>
            </a:r>
            <a:r>
              <a:rPr lang="en-US" sz="2800" b="1" dirty="0" err="1"/>
              <a:t>modelos</a:t>
            </a:r>
            <a:r>
              <a:rPr lang="en-US" sz="2800" b="1" dirty="0"/>
              <a:t> de </a:t>
            </a:r>
            <a:r>
              <a:rPr lang="en-US" sz="2800" b="1" dirty="0" err="1"/>
              <a:t>interacción</a:t>
            </a:r>
            <a:endParaRPr lang="en-US" sz="2800" b="1" dirty="0"/>
          </a:p>
        </p:txBody>
      </p:sp>
      <p:pic>
        <p:nvPicPr>
          <p:cNvPr id="4" name="Picture 3">
            <a:extLst>
              <a:ext uri="{FF2B5EF4-FFF2-40B4-BE49-F238E27FC236}">
                <a16:creationId xmlns:a16="http://schemas.microsoft.com/office/drawing/2014/main" id="{BB02A96B-357A-C8D3-5986-7ADB3BFB1631}"/>
              </a:ext>
            </a:extLst>
          </p:cNvPr>
          <p:cNvPicPr>
            <a:picLocks noChangeAspect="1"/>
          </p:cNvPicPr>
          <p:nvPr/>
        </p:nvPicPr>
        <p:blipFill>
          <a:blip r:embed="rId2"/>
          <a:stretch>
            <a:fillRect/>
          </a:stretch>
        </p:blipFill>
        <p:spPr>
          <a:xfrm>
            <a:off x="673256" y="1335294"/>
            <a:ext cx="10498015" cy="4315427"/>
          </a:xfrm>
          <a:prstGeom prst="rect">
            <a:avLst/>
          </a:prstGeom>
        </p:spPr>
      </p:pic>
    </p:spTree>
    <p:extLst>
      <p:ext uri="{BB962C8B-B14F-4D97-AF65-F5344CB8AC3E}">
        <p14:creationId xmlns:p14="http://schemas.microsoft.com/office/powerpoint/2010/main" val="39137729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3E833-C6C0-D35A-78A6-C3C30DC6A1C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B8C122A-8109-EE7C-8ED2-02C6D34F7233}"/>
              </a:ext>
            </a:extLst>
          </p:cNvPr>
          <p:cNvSpPr txBox="1"/>
          <p:nvPr/>
        </p:nvSpPr>
        <p:spPr>
          <a:xfrm>
            <a:off x="868680" y="169973"/>
            <a:ext cx="9564624" cy="523220"/>
          </a:xfrm>
          <a:prstGeom prst="rect">
            <a:avLst/>
          </a:prstGeom>
          <a:noFill/>
        </p:spPr>
        <p:txBody>
          <a:bodyPr wrap="square" rtlCol="0">
            <a:spAutoFit/>
          </a:bodyPr>
          <a:lstStyle/>
          <a:p>
            <a:r>
              <a:rPr lang="en-US" sz="2800" b="1" dirty="0" err="1"/>
              <a:t>Modelado</a:t>
            </a:r>
            <a:r>
              <a:rPr lang="en-US" sz="2800" b="1" dirty="0"/>
              <a:t> de </a:t>
            </a:r>
            <a:r>
              <a:rPr lang="en-US" sz="2800" b="1" dirty="0" err="1"/>
              <a:t>casos</a:t>
            </a:r>
            <a:r>
              <a:rPr lang="en-US" sz="2800" b="1" dirty="0"/>
              <a:t> de </a:t>
            </a:r>
            <a:r>
              <a:rPr lang="en-US" sz="2800" b="1" dirty="0" err="1"/>
              <a:t>uso</a:t>
            </a:r>
            <a:endParaRPr lang="en-US" sz="2800" b="1" dirty="0"/>
          </a:p>
        </p:txBody>
      </p:sp>
      <p:sp>
        <p:nvSpPr>
          <p:cNvPr id="3" name="TextBox 2">
            <a:extLst>
              <a:ext uri="{FF2B5EF4-FFF2-40B4-BE49-F238E27FC236}">
                <a16:creationId xmlns:a16="http://schemas.microsoft.com/office/drawing/2014/main" id="{4795B6DC-FD6A-CC6A-64CB-CFF351E9DC06}"/>
              </a:ext>
            </a:extLst>
          </p:cNvPr>
          <p:cNvSpPr txBox="1"/>
          <p:nvPr/>
        </p:nvSpPr>
        <p:spPr>
          <a:xfrm>
            <a:off x="868680" y="1307592"/>
            <a:ext cx="9518904" cy="3416320"/>
          </a:xfrm>
          <a:prstGeom prst="rect">
            <a:avLst/>
          </a:prstGeom>
          <a:noFill/>
        </p:spPr>
        <p:txBody>
          <a:bodyPr wrap="square" rtlCol="0">
            <a:spAutoFit/>
          </a:bodyPr>
          <a:lstStyle/>
          <a:p>
            <a:r>
              <a:rPr lang="es-ES" sz="2400" dirty="0"/>
              <a:t>El modelado de casos de uso se utiliza ampliamente para apoyar la adquisición de requerimientos. Un caso de uso puede tomarse como un simple escenario que describa lo que espera el usuario de un sistema.</a:t>
            </a:r>
          </a:p>
          <a:p>
            <a:endParaRPr lang="es-ES" sz="2400" dirty="0"/>
          </a:p>
          <a:p>
            <a:r>
              <a:rPr lang="es-ES" sz="2400" dirty="0"/>
              <a:t>Cada caso de uso representa una tarea discreta que implica interacción externa con un sistema. En su forma más simple, un caso de uso se muestra como una elipse, con los actores que intervienen en el caso de uso representados como figuras humanas.</a:t>
            </a:r>
            <a:endParaRPr lang="en-US" sz="2400" dirty="0"/>
          </a:p>
        </p:txBody>
      </p:sp>
    </p:spTree>
    <p:extLst>
      <p:ext uri="{BB962C8B-B14F-4D97-AF65-F5344CB8AC3E}">
        <p14:creationId xmlns:p14="http://schemas.microsoft.com/office/powerpoint/2010/main" val="35686958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07B2B-0C38-9E65-ADBD-2E72EA1612D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F1830E8-DB54-E00E-94AD-18072229779F}"/>
              </a:ext>
            </a:extLst>
          </p:cNvPr>
          <p:cNvSpPr txBox="1"/>
          <p:nvPr/>
        </p:nvSpPr>
        <p:spPr>
          <a:xfrm>
            <a:off x="868680" y="169973"/>
            <a:ext cx="9564624" cy="523220"/>
          </a:xfrm>
          <a:prstGeom prst="rect">
            <a:avLst/>
          </a:prstGeom>
          <a:noFill/>
        </p:spPr>
        <p:txBody>
          <a:bodyPr wrap="square" rtlCol="0">
            <a:spAutoFit/>
          </a:bodyPr>
          <a:lstStyle/>
          <a:p>
            <a:r>
              <a:rPr lang="en-US" sz="2800" b="1" dirty="0" err="1"/>
              <a:t>Modelado</a:t>
            </a:r>
            <a:r>
              <a:rPr lang="en-US" sz="2800" b="1" dirty="0"/>
              <a:t> de </a:t>
            </a:r>
            <a:r>
              <a:rPr lang="en-US" sz="2800" b="1" dirty="0" err="1"/>
              <a:t>casos</a:t>
            </a:r>
            <a:r>
              <a:rPr lang="en-US" sz="2800" b="1" dirty="0"/>
              <a:t> de </a:t>
            </a:r>
            <a:r>
              <a:rPr lang="en-US" sz="2800" b="1" dirty="0" err="1"/>
              <a:t>uso</a:t>
            </a:r>
            <a:endParaRPr lang="en-US" sz="2800" b="1" dirty="0"/>
          </a:p>
        </p:txBody>
      </p:sp>
      <p:pic>
        <p:nvPicPr>
          <p:cNvPr id="7" name="Picture 6">
            <a:extLst>
              <a:ext uri="{FF2B5EF4-FFF2-40B4-BE49-F238E27FC236}">
                <a16:creationId xmlns:a16="http://schemas.microsoft.com/office/drawing/2014/main" id="{80D4DD4B-5D91-D547-2920-4EA2C3158919}"/>
              </a:ext>
            </a:extLst>
          </p:cNvPr>
          <p:cNvPicPr>
            <a:picLocks noChangeAspect="1"/>
          </p:cNvPicPr>
          <p:nvPr/>
        </p:nvPicPr>
        <p:blipFill>
          <a:blip r:embed="rId2"/>
          <a:stretch>
            <a:fillRect/>
          </a:stretch>
        </p:blipFill>
        <p:spPr>
          <a:xfrm>
            <a:off x="4693547" y="1005709"/>
            <a:ext cx="5401429" cy="5572903"/>
          </a:xfrm>
          <a:prstGeom prst="rect">
            <a:avLst/>
          </a:prstGeom>
        </p:spPr>
      </p:pic>
      <p:pic>
        <p:nvPicPr>
          <p:cNvPr id="8" name="Picture 7">
            <a:extLst>
              <a:ext uri="{FF2B5EF4-FFF2-40B4-BE49-F238E27FC236}">
                <a16:creationId xmlns:a16="http://schemas.microsoft.com/office/drawing/2014/main" id="{CE064B79-7186-6C57-0354-3AD63D49BFDD}"/>
              </a:ext>
            </a:extLst>
          </p:cNvPr>
          <p:cNvPicPr>
            <a:picLocks noChangeAspect="1"/>
          </p:cNvPicPr>
          <p:nvPr/>
        </p:nvPicPr>
        <p:blipFill>
          <a:blip r:embed="rId3"/>
          <a:stretch>
            <a:fillRect/>
          </a:stretch>
        </p:blipFill>
        <p:spPr>
          <a:xfrm>
            <a:off x="502920" y="1005709"/>
            <a:ext cx="6509096" cy="1373286"/>
          </a:xfrm>
          <a:prstGeom prst="rect">
            <a:avLst/>
          </a:prstGeom>
        </p:spPr>
      </p:pic>
    </p:spTree>
    <p:extLst>
      <p:ext uri="{BB962C8B-B14F-4D97-AF65-F5344CB8AC3E}">
        <p14:creationId xmlns:p14="http://schemas.microsoft.com/office/powerpoint/2010/main" val="39635010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EE90A-EDC8-8AEE-CCBD-F1293C0ADB2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D4302F4-308D-5D38-4DB0-C413D7C34F09}"/>
              </a:ext>
            </a:extLst>
          </p:cNvPr>
          <p:cNvSpPr txBox="1"/>
          <p:nvPr/>
        </p:nvSpPr>
        <p:spPr>
          <a:xfrm>
            <a:off x="868680" y="169973"/>
            <a:ext cx="9564624" cy="1754326"/>
          </a:xfrm>
          <a:prstGeom prst="rect">
            <a:avLst/>
          </a:prstGeom>
          <a:noFill/>
        </p:spPr>
        <p:txBody>
          <a:bodyPr wrap="square" rtlCol="0">
            <a:spAutoFit/>
          </a:bodyPr>
          <a:lstStyle/>
          <a:p>
            <a:r>
              <a:rPr lang="es-CO" sz="2800" b="1" dirty="0"/>
              <a:t>D</a:t>
            </a:r>
            <a:r>
              <a:rPr lang="en-US" sz="2800" b="1" dirty="0" err="1"/>
              <a:t>iagramas</a:t>
            </a:r>
            <a:r>
              <a:rPr lang="en-US" sz="2800" b="1" dirty="0"/>
              <a:t> de </a:t>
            </a:r>
            <a:r>
              <a:rPr lang="en-US" sz="2800" b="1" dirty="0" err="1"/>
              <a:t>secuencia</a:t>
            </a:r>
            <a:endParaRPr lang="en-US" sz="2800" b="1" dirty="0"/>
          </a:p>
          <a:p>
            <a:endParaRPr lang="es-ES" dirty="0"/>
          </a:p>
          <a:p>
            <a:endParaRPr lang="es-ES" dirty="0"/>
          </a:p>
          <a:p>
            <a:r>
              <a:rPr lang="es-ES" sz="2200" dirty="0"/>
              <a:t>Muestra la sucesión de interacciones </a:t>
            </a:r>
            <a:r>
              <a:rPr lang="en-US" sz="2200" dirty="0" err="1"/>
              <a:t>que</a:t>
            </a:r>
            <a:r>
              <a:rPr lang="en-US" sz="2200" dirty="0"/>
              <a:t> </a:t>
            </a:r>
            <a:r>
              <a:rPr lang="en-US" sz="2200" dirty="0" err="1"/>
              <a:t>ocurre</a:t>
            </a:r>
            <a:r>
              <a:rPr lang="en-US" sz="2200" dirty="0"/>
              <a:t> </a:t>
            </a:r>
            <a:r>
              <a:rPr lang="en-US" sz="2200" dirty="0" err="1"/>
              <a:t>durante</a:t>
            </a:r>
            <a:r>
              <a:rPr lang="en-US" sz="2200" dirty="0"/>
              <a:t> un </a:t>
            </a:r>
            <a:r>
              <a:rPr lang="en-US" sz="2200" dirty="0" err="1"/>
              <a:t>caso</a:t>
            </a:r>
            <a:r>
              <a:rPr lang="en-US" sz="2200" dirty="0"/>
              <a:t> de </a:t>
            </a:r>
            <a:r>
              <a:rPr lang="en-US" sz="2200" dirty="0" err="1"/>
              <a:t>uso</a:t>
            </a:r>
            <a:r>
              <a:rPr lang="en-US" sz="2200" dirty="0"/>
              <a:t> particular o </a:t>
            </a:r>
            <a:r>
              <a:rPr lang="en-US" sz="2200" dirty="0" err="1"/>
              <a:t>una</a:t>
            </a:r>
            <a:r>
              <a:rPr lang="en-US" sz="2200" dirty="0"/>
              <a:t> </a:t>
            </a:r>
            <a:r>
              <a:rPr lang="en-US" sz="2200" dirty="0" err="1"/>
              <a:t>instancia</a:t>
            </a:r>
            <a:r>
              <a:rPr lang="en-US" sz="2200" dirty="0"/>
              <a:t> de </a:t>
            </a:r>
            <a:r>
              <a:rPr lang="en-US" sz="2200" dirty="0" err="1"/>
              <a:t>caso</a:t>
            </a:r>
            <a:r>
              <a:rPr lang="en-US" sz="2200" dirty="0"/>
              <a:t> de </a:t>
            </a:r>
            <a:r>
              <a:rPr lang="en-US" sz="2200" dirty="0" err="1"/>
              <a:t>uso</a:t>
            </a:r>
            <a:r>
              <a:rPr lang="en-US" sz="2200" dirty="0"/>
              <a:t>.</a:t>
            </a:r>
            <a:endParaRPr lang="en-US" sz="2200" b="1" dirty="0"/>
          </a:p>
        </p:txBody>
      </p:sp>
      <p:pic>
        <p:nvPicPr>
          <p:cNvPr id="6" name="Picture 5">
            <a:extLst>
              <a:ext uri="{FF2B5EF4-FFF2-40B4-BE49-F238E27FC236}">
                <a16:creationId xmlns:a16="http://schemas.microsoft.com/office/drawing/2014/main" id="{D10A0116-F428-6D91-72A2-53A4B08A6F04}"/>
              </a:ext>
            </a:extLst>
          </p:cNvPr>
          <p:cNvPicPr>
            <a:picLocks noChangeAspect="1"/>
          </p:cNvPicPr>
          <p:nvPr/>
        </p:nvPicPr>
        <p:blipFill>
          <a:blip r:embed="rId2"/>
          <a:stretch>
            <a:fillRect/>
          </a:stretch>
        </p:blipFill>
        <p:spPr>
          <a:xfrm>
            <a:off x="793307" y="2171730"/>
            <a:ext cx="10243501" cy="1837575"/>
          </a:xfrm>
          <a:prstGeom prst="rect">
            <a:avLst/>
          </a:prstGeom>
        </p:spPr>
      </p:pic>
    </p:spTree>
    <p:extLst>
      <p:ext uri="{BB962C8B-B14F-4D97-AF65-F5344CB8AC3E}">
        <p14:creationId xmlns:p14="http://schemas.microsoft.com/office/powerpoint/2010/main" val="1609325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71709-E3B0-C04E-45BD-DEBD1BF5F6C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2C6A9EA-3243-7D3B-B3F8-41C8C98A2BDF}"/>
              </a:ext>
            </a:extLst>
          </p:cNvPr>
          <p:cNvSpPr txBox="1"/>
          <p:nvPr/>
        </p:nvSpPr>
        <p:spPr>
          <a:xfrm>
            <a:off x="868680" y="169973"/>
            <a:ext cx="9564624" cy="954107"/>
          </a:xfrm>
          <a:prstGeom prst="rect">
            <a:avLst/>
          </a:prstGeom>
          <a:noFill/>
        </p:spPr>
        <p:txBody>
          <a:bodyPr wrap="square" rtlCol="0">
            <a:spAutoFit/>
          </a:bodyPr>
          <a:lstStyle/>
          <a:p>
            <a:r>
              <a:rPr lang="es-CO" sz="2800" b="1" dirty="0"/>
              <a:t>D</a:t>
            </a:r>
            <a:r>
              <a:rPr lang="en-US" sz="2800" b="1" dirty="0" err="1"/>
              <a:t>iagramas</a:t>
            </a:r>
            <a:r>
              <a:rPr lang="en-US" sz="2800" b="1" dirty="0"/>
              <a:t> de </a:t>
            </a:r>
            <a:r>
              <a:rPr lang="en-US" sz="2800" b="1" dirty="0" err="1"/>
              <a:t>secuencia</a:t>
            </a:r>
            <a:r>
              <a:rPr lang="en-US" sz="2800" b="1" dirty="0"/>
              <a:t> para </a:t>
            </a:r>
            <a:r>
              <a:rPr lang="en-US" sz="2800" b="1" dirty="0" err="1"/>
              <a:t>ver</a:t>
            </a:r>
            <a:r>
              <a:rPr lang="en-US" sz="2800" b="1" dirty="0"/>
              <a:t> </a:t>
            </a:r>
            <a:r>
              <a:rPr lang="en-US" sz="2800" b="1" dirty="0" err="1"/>
              <a:t>información</a:t>
            </a:r>
            <a:r>
              <a:rPr lang="en-US" sz="2800" b="1" dirty="0"/>
              <a:t> del </a:t>
            </a:r>
            <a:r>
              <a:rPr lang="en-US" sz="2800" b="1" dirty="0" err="1"/>
              <a:t>paciente</a:t>
            </a:r>
            <a:endParaRPr lang="en-US" sz="2800" b="1" dirty="0"/>
          </a:p>
        </p:txBody>
      </p:sp>
      <p:pic>
        <p:nvPicPr>
          <p:cNvPr id="4" name="Picture 3">
            <a:extLst>
              <a:ext uri="{FF2B5EF4-FFF2-40B4-BE49-F238E27FC236}">
                <a16:creationId xmlns:a16="http://schemas.microsoft.com/office/drawing/2014/main" id="{3D714BC7-8040-6D98-9B44-B8C4E4CD5DC3}"/>
              </a:ext>
            </a:extLst>
          </p:cNvPr>
          <p:cNvPicPr>
            <a:picLocks noChangeAspect="1"/>
          </p:cNvPicPr>
          <p:nvPr/>
        </p:nvPicPr>
        <p:blipFill>
          <a:blip r:embed="rId2"/>
          <a:stretch>
            <a:fillRect/>
          </a:stretch>
        </p:blipFill>
        <p:spPr>
          <a:xfrm>
            <a:off x="2550692" y="1150783"/>
            <a:ext cx="7882612" cy="5537244"/>
          </a:xfrm>
          <a:prstGeom prst="rect">
            <a:avLst/>
          </a:prstGeom>
        </p:spPr>
      </p:pic>
    </p:spTree>
    <p:extLst>
      <p:ext uri="{BB962C8B-B14F-4D97-AF65-F5344CB8AC3E}">
        <p14:creationId xmlns:p14="http://schemas.microsoft.com/office/powerpoint/2010/main" val="13043599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D47B7-D589-9A69-6783-C04CC2BEB45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DE077AF-0E91-684D-C06A-BDA1D4C19BB8}"/>
              </a:ext>
            </a:extLst>
          </p:cNvPr>
          <p:cNvSpPr txBox="1"/>
          <p:nvPr/>
        </p:nvSpPr>
        <p:spPr>
          <a:xfrm>
            <a:off x="868680" y="169973"/>
            <a:ext cx="9564624" cy="954107"/>
          </a:xfrm>
          <a:prstGeom prst="rect">
            <a:avLst/>
          </a:prstGeom>
          <a:noFill/>
        </p:spPr>
        <p:txBody>
          <a:bodyPr wrap="square" rtlCol="0">
            <a:spAutoFit/>
          </a:bodyPr>
          <a:lstStyle/>
          <a:p>
            <a:r>
              <a:rPr lang="es-CO" sz="2800" b="1" dirty="0"/>
              <a:t>D</a:t>
            </a:r>
            <a:r>
              <a:rPr lang="en-US" sz="2800" b="1" dirty="0" err="1"/>
              <a:t>iagramas</a:t>
            </a:r>
            <a:r>
              <a:rPr lang="en-US" sz="2800" b="1" dirty="0"/>
              <a:t> de </a:t>
            </a:r>
            <a:r>
              <a:rPr lang="en-US" sz="2800" b="1" dirty="0" err="1"/>
              <a:t>secuencia</a:t>
            </a:r>
            <a:r>
              <a:rPr lang="en-US" sz="2800" b="1" dirty="0"/>
              <a:t> para </a:t>
            </a:r>
            <a:r>
              <a:rPr lang="en-US" sz="2800" b="1" dirty="0" err="1"/>
              <a:t>ver</a:t>
            </a:r>
            <a:r>
              <a:rPr lang="en-US" sz="2800" b="1" dirty="0"/>
              <a:t> </a:t>
            </a:r>
            <a:r>
              <a:rPr lang="en-US" sz="2800" b="1" dirty="0" err="1"/>
              <a:t>información</a:t>
            </a:r>
            <a:r>
              <a:rPr lang="en-US" sz="2800" b="1" dirty="0"/>
              <a:t> del </a:t>
            </a:r>
            <a:r>
              <a:rPr lang="en-US" sz="2800" b="1" dirty="0" err="1"/>
              <a:t>paciente</a:t>
            </a:r>
            <a:endParaRPr lang="en-US" sz="2800" b="1" dirty="0"/>
          </a:p>
        </p:txBody>
      </p:sp>
      <p:pic>
        <p:nvPicPr>
          <p:cNvPr id="5" name="Picture 4">
            <a:extLst>
              <a:ext uri="{FF2B5EF4-FFF2-40B4-BE49-F238E27FC236}">
                <a16:creationId xmlns:a16="http://schemas.microsoft.com/office/drawing/2014/main" id="{16EA636E-5F6F-4591-EFD4-0B64ED847857}"/>
              </a:ext>
            </a:extLst>
          </p:cNvPr>
          <p:cNvPicPr>
            <a:picLocks noChangeAspect="1"/>
          </p:cNvPicPr>
          <p:nvPr/>
        </p:nvPicPr>
        <p:blipFill>
          <a:blip r:embed="rId2"/>
          <a:stretch>
            <a:fillRect/>
          </a:stretch>
        </p:blipFill>
        <p:spPr>
          <a:xfrm>
            <a:off x="1007235" y="1423803"/>
            <a:ext cx="10031225" cy="2638793"/>
          </a:xfrm>
          <a:prstGeom prst="rect">
            <a:avLst/>
          </a:prstGeom>
        </p:spPr>
      </p:pic>
      <p:pic>
        <p:nvPicPr>
          <p:cNvPr id="7" name="Picture 6">
            <a:extLst>
              <a:ext uri="{FF2B5EF4-FFF2-40B4-BE49-F238E27FC236}">
                <a16:creationId xmlns:a16="http://schemas.microsoft.com/office/drawing/2014/main" id="{AB0D309D-E7FB-0ADF-BA18-0AE37B556996}"/>
              </a:ext>
            </a:extLst>
          </p:cNvPr>
          <p:cNvPicPr>
            <a:picLocks noChangeAspect="1"/>
          </p:cNvPicPr>
          <p:nvPr/>
        </p:nvPicPr>
        <p:blipFill>
          <a:blip r:embed="rId3"/>
          <a:stretch>
            <a:fillRect/>
          </a:stretch>
        </p:blipFill>
        <p:spPr>
          <a:xfrm>
            <a:off x="921497" y="4229163"/>
            <a:ext cx="10202699" cy="1819529"/>
          </a:xfrm>
          <a:prstGeom prst="rect">
            <a:avLst/>
          </a:prstGeom>
        </p:spPr>
      </p:pic>
    </p:spTree>
    <p:extLst>
      <p:ext uri="{BB962C8B-B14F-4D97-AF65-F5344CB8AC3E}">
        <p14:creationId xmlns:p14="http://schemas.microsoft.com/office/powerpoint/2010/main" val="28735543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F661D-3D3D-E214-1DE3-50EDEF1AAEB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0D7C56D-B2B0-E3D4-BAA9-57FCAD87E159}"/>
              </a:ext>
            </a:extLst>
          </p:cNvPr>
          <p:cNvSpPr txBox="1"/>
          <p:nvPr/>
        </p:nvSpPr>
        <p:spPr>
          <a:xfrm>
            <a:off x="868680" y="1093517"/>
            <a:ext cx="3538728" cy="1384995"/>
          </a:xfrm>
          <a:prstGeom prst="rect">
            <a:avLst/>
          </a:prstGeom>
          <a:noFill/>
        </p:spPr>
        <p:txBody>
          <a:bodyPr wrap="square" rtlCol="0">
            <a:spAutoFit/>
          </a:bodyPr>
          <a:lstStyle/>
          <a:p>
            <a:r>
              <a:rPr lang="es-CO" sz="2800" b="1" dirty="0"/>
              <a:t>D</a:t>
            </a:r>
            <a:r>
              <a:rPr lang="en-US" sz="2800" b="1" dirty="0" err="1"/>
              <a:t>iagramas</a:t>
            </a:r>
            <a:r>
              <a:rPr lang="en-US" sz="2800" b="1" dirty="0"/>
              <a:t> de </a:t>
            </a:r>
          </a:p>
          <a:p>
            <a:r>
              <a:rPr lang="en-US" sz="2800" b="1" dirty="0" err="1"/>
              <a:t>secuencia</a:t>
            </a:r>
            <a:r>
              <a:rPr lang="en-US" sz="2800" b="1" dirty="0"/>
              <a:t> para </a:t>
            </a:r>
          </a:p>
          <a:p>
            <a:r>
              <a:rPr lang="en-US" sz="2800" b="1" dirty="0" err="1"/>
              <a:t>Transferir</a:t>
            </a:r>
            <a:r>
              <a:rPr lang="en-US" sz="2800" b="1" dirty="0"/>
              <a:t> </a:t>
            </a:r>
            <a:r>
              <a:rPr lang="en-US" sz="2800" b="1" dirty="0" err="1"/>
              <a:t>datos</a:t>
            </a:r>
            <a:endParaRPr lang="en-US" sz="2800" b="1" dirty="0"/>
          </a:p>
        </p:txBody>
      </p:sp>
      <p:pic>
        <p:nvPicPr>
          <p:cNvPr id="4" name="Picture 3">
            <a:extLst>
              <a:ext uri="{FF2B5EF4-FFF2-40B4-BE49-F238E27FC236}">
                <a16:creationId xmlns:a16="http://schemas.microsoft.com/office/drawing/2014/main" id="{5B22685C-A622-2AA9-AF0B-1E49B5F3EAE1}"/>
              </a:ext>
            </a:extLst>
          </p:cNvPr>
          <p:cNvPicPr>
            <a:picLocks noChangeAspect="1"/>
          </p:cNvPicPr>
          <p:nvPr/>
        </p:nvPicPr>
        <p:blipFill>
          <a:blip r:embed="rId2"/>
          <a:stretch>
            <a:fillRect/>
          </a:stretch>
        </p:blipFill>
        <p:spPr>
          <a:xfrm>
            <a:off x="4620488" y="96821"/>
            <a:ext cx="6928384" cy="6607432"/>
          </a:xfrm>
          <a:prstGeom prst="rect">
            <a:avLst/>
          </a:prstGeom>
        </p:spPr>
      </p:pic>
    </p:spTree>
    <p:extLst>
      <p:ext uri="{BB962C8B-B14F-4D97-AF65-F5344CB8AC3E}">
        <p14:creationId xmlns:p14="http://schemas.microsoft.com/office/powerpoint/2010/main" val="22421640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38DD1-A65B-5B77-9C21-3F82685538D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A4513CB-DEC4-40E8-5188-11BAF8D65A38}"/>
              </a:ext>
            </a:extLst>
          </p:cNvPr>
          <p:cNvSpPr txBox="1"/>
          <p:nvPr/>
        </p:nvSpPr>
        <p:spPr>
          <a:xfrm>
            <a:off x="675653" y="241559"/>
            <a:ext cx="10552176" cy="954107"/>
          </a:xfrm>
          <a:prstGeom prst="rect">
            <a:avLst/>
          </a:prstGeom>
          <a:noFill/>
        </p:spPr>
        <p:txBody>
          <a:bodyPr wrap="square" rtlCol="0">
            <a:spAutoFit/>
          </a:bodyPr>
          <a:lstStyle/>
          <a:p>
            <a:r>
              <a:rPr lang="es-CO" sz="2800" b="1" dirty="0"/>
              <a:t>D</a:t>
            </a:r>
            <a:r>
              <a:rPr lang="en-US" sz="2800" b="1" dirty="0" err="1"/>
              <a:t>iagramas</a:t>
            </a:r>
            <a:r>
              <a:rPr lang="en-US" sz="2800" b="1" dirty="0"/>
              <a:t> de </a:t>
            </a:r>
            <a:r>
              <a:rPr lang="en-US" sz="2800" b="1" dirty="0" err="1"/>
              <a:t>secuencia</a:t>
            </a:r>
            <a:r>
              <a:rPr lang="en-US" sz="2800" b="1" dirty="0"/>
              <a:t> para </a:t>
            </a:r>
            <a:r>
              <a:rPr lang="en-US" sz="2800" b="1" dirty="0" err="1"/>
              <a:t>Transferir</a:t>
            </a:r>
            <a:r>
              <a:rPr lang="en-US" sz="2800" b="1" dirty="0"/>
              <a:t> </a:t>
            </a:r>
            <a:r>
              <a:rPr lang="en-US" sz="2800" b="1" dirty="0" err="1"/>
              <a:t>datos</a:t>
            </a:r>
            <a:r>
              <a:rPr lang="en-US" sz="2800" b="1" dirty="0"/>
              <a:t>: </a:t>
            </a:r>
            <a:r>
              <a:rPr lang="en-US" sz="2800" b="1" dirty="0" err="1"/>
              <a:t>almacenamiento</a:t>
            </a:r>
            <a:r>
              <a:rPr lang="en-US" sz="2800" b="1" dirty="0"/>
              <a:t> de </a:t>
            </a:r>
            <a:r>
              <a:rPr lang="en-US" sz="2800" b="1" dirty="0" err="1"/>
              <a:t>datos</a:t>
            </a:r>
            <a:r>
              <a:rPr lang="en-US" sz="2800" b="1" dirty="0"/>
              <a:t> de Sistema de </a:t>
            </a:r>
            <a:r>
              <a:rPr lang="en-US" sz="2800" b="1" dirty="0" err="1"/>
              <a:t>registro</a:t>
            </a:r>
            <a:r>
              <a:rPr lang="en-US" sz="2800" b="1" dirty="0"/>
              <a:t> del </a:t>
            </a:r>
            <a:r>
              <a:rPr lang="en-US" sz="2800" b="1" dirty="0" err="1"/>
              <a:t>paciente</a:t>
            </a:r>
            <a:r>
              <a:rPr lang="en-US" sz="2800" b="1" dirty="0"/>
              <a:t> (PRS)</a:t>
            </a:r>
          </a:p>
        </p:txBody>
      </p:sp>
      <p:pic>
        <p:nvPicPr>
          <p:cNvPr id="5" name="Picture 4">
            <a:extLst>
              <a:ext uri="{FF2B5EF4-FFF2-40B4-BE49-F238E27FC236}">
                <a16:creationId xmlns:a16="http://schemas.microsoft.com/office/drawing/2014/main" id="{D9F7EAFB-88FA-9C51-4080-593A77307489}"/>
              </a:ext>
            </a:extLst>
          </p:cNvPr>
          <p:cNvPicPr>
            <a:picLocks noChangeAspect="1"/>
          </p:cNvPicPr>
          <p:nvPr/>
        </p:nvPicPr>
        <p:blipFill>
          <a:blip r:embed="rId2"/>
          <a:stretch>
            <a:fillRect/>
          </a:stretch>
        </p:blipFill>
        <p:spPr>
          <a:xfrm>
            <a:off x="850392" y="1452433"/>
            <a:ext cx="10202699" cy="4686954"/>
          </a:xfrm>
          <a:prstGeom prst="rect">
            <a:avLst/>
          </a:prstGeom>
        </p:spPr>
      </p:pic>
    </p:spTree>
    <p:extLst>
      <p:ext uri="{BB962C8B-B14F-4D97-AF65-F5344CB8AC3E}">
        <p14:creationId xmlns:p14="http://schemas.microsoft.com/office/powerpoint/2010/main" val="26107197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74E9C-4586-194C-0F78-09C013BC0CB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60A5A69-3B6D-3D25-D63E-C05746D9E7B4}"/>
              </a:ext>
            </a:extLst>
          </p:cNvPr>
          <p:cNvSpPr txBox="1"/>
          <p:nvPr/>
        </p:nvSpPr>
        <p:spPr>
          <a:xfrm>
            <a:off x="675653" y="241559"/>
            <a:ext cx="10552176" cy="523220"/>
          </a:xfrm>
          <a:prstGeom prst="rect">
            <a:avLst/>
          </a:prstGeom>
          <a:noFill/>
        </p:spPr>
        <p:txBody>
          <a:bodyPr wrap="square" rtlCol="0">
            <a:spAutoFit/>
          </a:bodyPr>
          <a:lstStyle/>
          <a:p>
            <a:r>
              <a:rPr lang="es-CO" sz="2800" b="1" dirty="0"/>
              <a:t>Modelos estructurales</a:t>
            </a:r>
            <a:endParaRPr lang="en-US" sz="2800" b="1" dirty="0"/>
          </a:p>
        </p:txBody>
      </p:sp>
      <p:pic>
        <p:nvPicPr>
          <p:cNvPr id="4" name="Picture 3">
            <a:extLst>
              <a:ext uri="{FF2B5EF4-FFF2-40B4-BE49-F238E27FC236}">
                <a16:creationId xmlns:a16="http://schemas.microsoft.com/office/drawing/2014/main" id="{118E9248-B3DF-40F2-654E-DB3538D433B5}"/>
              </a:ext>
            </a:extLst>
          </p:cNvPr>
          <p:cNvPicPr>
            <a:picLocks noChangeAspect="1"/>
          </p:cNvPicPr>
          <p:nvPr/>
        </p:nvPicPr>
        <p:blipFill>
          <a:blip r:embed="rId2"/>
          <a:stretch>
            <a:fillRect/>
          </a:stretch>
        </p:blipFill>
        <p:spPr>
          <a:xfrm>
            <a:off x="787397" y="1240969"/>
            <a:ext cx="10050278" cy="2067213"/>
          </a:xfrm>
          <a:prstGeom prst="rect">
            <a:avLst/>
          </a:prstGeom>
        </p:spPr>
      </p:pic>
      <p:pic>
        <p:nvPicPr>
          <p:cNvPr id="7" name="Picture 6">
            <a:extLst>
              <a:ext uri="{FF2B5EF4-FFF2-40B4-BE49-F238E27FC236}">
                <a16:creationId xmlns:a16="http://schemas.microsoft.com/office/drawing/2014/main" id="{27775B41-7AA0-C99B-4184-FC67BDFE2CFB}"/>
              </a:ext>
            </a:extLst>
          </p:cNvPr>
          <p:cNvPicPr>
            <a:picLocks noChangeAspect="1"/>
          </p:cNvPicPr>
          <p:nvPr/>
        </p:nvPicPr>
        <p:blipFill>
          <a:blip r:embed="rId3"/>
          <a:stretch>
            <a:fillRect/>
          </a:stretch>
        </p:blipFill>
        <p:spPr>
          <a:xfrm>
            <a:off x="920766" y="3784373"/>
            <a:ext cx="9916909" cy="1428949"/>
          </a:xfrm>
          <a:prstGeom prst="rect">
            <a:avLst/>
          </a:prstGeom>
        </p:spPr>
      </p:pic>
    </p:spTree>
    <p:extLst>
      <p:ext uri="{BB962C8B-B14F-4D97-AF65-F5344CB8AC3E}">
        <p14:creationId xmlns:p14="http://schemas.microsoft.com/office/powerpoint/2010/main" val="24983003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D029F-4B49-1533-768F-E88B7BA5468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596D1D3-0A2B-E589-2C5D-5D52EA9CEBD0}"/>
              </a:ext>
            </a:extLst>
          </p:cNvPr>
          <p:cNvSpPr txBox="1"/>
          <p:nvPr/>
        </p:nvSpPr>
        <p:spPr>
          <a:xfrm>
            <a:off x="675653" y="241559"/>
            <a:ext cx="10552176" cy="523220"/>
          </a:xfrm>
          <a:prstGeom prst="rect">
            <a:avLst/>
          </a:prstGeom>
          <a:noFill/>
        </p:spPr>
        <p:txBody>
          <a:bodyPr wrap="square" rtlCol="0">
            <a:spAutoFit/>
          </a:bodyPr>
          <a:lstStyle/>
          <a:p>
            <a:r>
              <a:rPr lang="es-CO" sz="2800" b="1" dirty="0"/>
              <a:t>Diagramas de clase</a:t>
            </a:r>
            <a:endParaRPr lang="en-US" sz="2800" b="1" dirty="0"/>
          </a:p>
        </p:txBody>
      </p:sp>
      <p:pic>
        <p:nvPicPr>
          <p:cNvPr id="5" name="Picture 4">
            <a:extLst>
              <a:ext uri="{FF2B5EF4-FFF2-40B4-BE49-F238E27FC236}">
                <a16:creationId xmlns:a16="http://schemas.microsoft.com/office/drawing/2014/main" id="{5C9F7630-FFAA-1A2A-3FC3-6E50B3731E97}"/>
              </a:ext>
            </a:extLst>
          </p:cNvPr>
          <p:cNvPicPr>
            <a:picLocks noChangeAspect="1"/>
          </p:cNvPicPr>
          <p:nvPr/>
        </p:nvPicPr>
        <p:blipFill>
          <a:blip r:embed="rId3"/>
          <a:stretch>
            <a:fillRect/>
          </a:stretch>
        </p:blipFill>
        <p:spPr>
          <a:xfrm>
            <a:off x="810066" y="1051448"/>
            <a:ext cx="10059804" cy="4334480"/>
          </a:xfrm>
          <a:prstGeom prst="rect">
            <a:avLst/>
          </a:prstGeom>
        </p:spPr>
      </p:pic>
    </p:spTree>
    <p:extLst>
      <p:ext uri="{BB962C8B-B14F-4D97-AF65-F5344CB8AC3E}">
        <p14:creationId xmlns:p14="http://schemas.microsoft.com/office/powerpoint/2010/main" val="17293213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7157A-A306-4243-1EE4-B13147D6CAC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3EA92C9-7AB1-D249-92F4-EDE53C7B2DF6}"/>
              </a:ext>
            </a:extLst>
          </p:cNvPr>
          <p:cNvSpPr txBox="1"/>
          <p:nvPr/>
        </p:nvSpPr>
        <p:spPr>
          <a:xfrm>
            <a:off x="940829" y="479303"/>
            <a:ext cx="10552176" cy="523220"/>
          </a:xfrm>
          <a:prstGeom prst="rect">
            <a:avLst/>
          </a:prstGeom>
          <a:noFill/>
        </p:spPr>
        <p:txBody>
          <a:bodyPr wrap="square" rtlCol="0">
            <a:spAutoFit/>
          </a:bodyPr>
          <a:lstStyle/>
          <a:p>
            <a:r>
              <a:rPr lang="es-CO" sz="2800" b="1" dirty="0"/>
              <a:t>Diagramas de clase</a:t>
            </a:r>
            <a:endParaRPr lang="en-US" sz="2800" b="1" dirty="0"/>
          </a:p>
        </p:txBody>
      </p:sp>
      <p:pic>
        <p:nvPicPr>
          <p:cNvPr id="4" name="Picture 3">
            <a:extLst>
              <a:ext uri="{FF2B5EF4-FFF2-40B4-BE49-F238E27FC236}">
                <a16:creationId xmlns:a16="http://schemas.microsoft.com/office/drawing/2014/main" id="{78F6144F-BF35-6D0A-43A6-A453DCB06FDA}"/>
              </a:ext>
            </a:extLst>
          </p:cNvPr>
          <p:cNvPicPr>
            <a:picLocks noChangeAspect="1"/>
          </p:cNvPicPr>
          <p:nvPr/>
        </p:nvPicPr>
        <p:blipFill>
          <a:blip r:embed="rId3"/>
          <a:stretch>
            <a:fillRect/>
          </a:stretch>
        </p:blipFill>
        <p:spPr>
          <a:xfrm>
            <a:off x="1085150" y="1489962"/>
            <a:ext cx="10021699" cy="1848108"/>
          </a:xfrm>
          <a:prstGeom prst="rect">
            <a:avLst/>
          </a:prstGeom>
        </p:spPr>
      </p:pic>
      <p:pic>
        <p:nvPicPr>
          <p:cNvPr id="7" name="Picture 6">
            <a:extLst>
              <a:ext uri="{FF2B5EF4-FFF2-40B4-BE49-F238E27FC236}">
                <a16:creationId xmlns:a16="http://schemas.microsoft.com/office/drawing/2014/main" id="{897A9607-1A68-A396-7FAE-09F04EBDB2AB}"/>
              </a:ext>
            </a:extLst>
          </p:cNvPr>
          <p:cNvPicPr>
            <a:picLocks noChangeAspect="1"/>
          </p:cNvPicPr>
          <p:nvPr/>
        </p:nvPicPr>
        <p:blipFill>
          <a:blip r:embed="rId4"/>
          <a:stretch>
            <a:fillRect/>
          </a:stretch>
        </p:blipFill>
        <p:spPr>
          <a:xfrm>
            <a:off x="3030848" y="3696756"/>
            <a:ext cx="5563376" cy="1238423"/>
          </a:xfrm>
          <a:prstGeom prst="rect">
            <a:avLst/>
          </a:prstGeom>
        </p:spPr>
      </p:pic>
      <p:sp>
        <p:nvSpPr>
          <p:cNvPr id="8" name="TextBox 7">
            <a:extLst>
              <a:ext uri="{FF2B5EF4-FFF2-40B4-BE49-F238E27FC236}">
                <a16:creationId xmlns:a16="http://schemas.microsoft.com/office/drawing/2014/main" id="{40F273FB-E3A9-5A30-4355-0769D73218FD}"/>
              </a:ext>
            </a:extLst>
          </p:cNvPr>
          <p:cNvSpPr txBox="1"/>
          <p:nvPr/>
        </p:nvSpPr>
        <p:spPr>
          <a:xfrm>
            <a:off x="3465086" y="5212080"/>
            <a:ext cx="5261825" cy="461665"/>
          </a:xfrm>
          <a:prstGeom prst="rect">
            <a:avLst/>
          </a:prstGeom>
          <a:noFill/>
        </p:spPr>
        <p:txBody>
          <a:bodyPr wrap="none" rtlCol="0">
            <a:spAutoFit/>
          </a:bodyPr>
          <a:lstStyle/>
          <a:p>
            <a:r>
              <a:rPr lang="es-CO" sz="2400" b="1" dirty="0"/>
              <a:t>Diagrama de clase y asociación UML</a:t>
            </a:r>
            <a:endParaRPr lang="en-US" sz="2400" b="1" dirty="0"/>
          </a:p>
        </p:txBody>
      </p:sp>
    </p:spTree>
    <p:extLst>
      <p:ext uri="{BB962C8B-B14F-4D97-AF65-F5344CB8AC3E}">
        <p14:creationId xmlns:p14="http://schemas.microsoft.com/office/powerpoint/2010/main" val="39217655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2E597-2515-1999-889D-86DA61F47327}"/>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43E32ACF-19EE-E697-E2A6-0851DDE147A6}"/>
              </a:ext>
            </a:extLst>
          </p:cNvPr>
          <p:cNvSpPr txBox="1"/>
          <p:nvPr/>
        </p:nvSpPr>
        <p:spPr>
          <a:xfrm>
            <a:off x="4723864" y="6147864"/>
            <a:ext cx="3289683" cy="461665"/>
          </a:xfrm>
          <a:prstGeom prst="rect">
            <a:avLst/>
          </a:prstGeom>
          <a:noFill/>
        </p:spPr>
        <p:txBody>
          <a:bodyPr wrap="none" rtlCol="0">
            <a:spAutoFit/>
          </a:bodyPr>
          <a:lstStyle/>
          <a:p>
            <a:r>
              <a:rPr lang="es-CO" sz="2400" b="1" dirty="0"/>
              <a:t>Clases y asociaciones</a:t>
            </a:r>
            <a:endParaRPr lang="en-US" sz="2400" b="1" dirty="0"/>
          </a:p>
        </p:txBody>
      </p:sp>
      <p:pic>
        <p:nvPicPr>
          <p:cNvPr id="5" name="Picture 4">
            <a:extLst>
              <a:ext uri="{FF2B5EF4-FFF2-40B4-BE49-F238E27FC236}">
                <a16:creationId xmlns:a16="http://schemas.microsoft.com/office/drawing/2014/main" id="{3BCEF034-8AD3-43D9-CBE7-C8FA74EF3A3E}"/>
              </a:ext>
            </a:extLst>
          </p:cNvPr>
          <p:cNvPicPr>
            <a:picLocks noChangeAspect="1"/>
          </p:cNvPicPr>
          <p:nvPr/>
        </p:nvPicPr>
        <p:blipFill>
          <a:blip r:embed="rId3"/>
          <a:stretch>
            <a:fillRect/>
          </a:stretch>
        </p:blipFill>
        <p:spPr>
          <a:xfrm>
            <a:off x="2889321" y="358198"/>
            <a:ext cx="8392723" cy="5704273"/>
          </a:xfrm>
          <a:prstGeom prst="rect">
            <a:avLst/>
          </a:prstGeom>
        </p:spPr>
      </p:pic>
      <p:sp>
        <p:nvSpPr>
          <p:cNvPr id="10" name="TextBox 9">
            <a:extLst>
              <a:ext uri="{FF2B5EF4-FFF2-40B4-BE49-F238E27FC236}">
                <a16:creationId xmlns:a16="http://schemas.microsoft.com/office/drawing/2014/main" id="{9D742579-4CEE-613A-0DDD-04FAD534C6D1}"/>
              </a:ext>
            </a:extLst>
          </p:cNvPr>
          <p:cNvSpPr txBox="1"/>
          <p:nvPr/>
        </p:nvSpPr>
        <p:spPr>
          <a:xfrm>
            <a:off x="1056653" y="453943"/>
            <a:ext cx="8907259" cy="523220"/>
          </a:xfrm>
          <a:prstGeom prst="rect">
            <a:avLst/>
          </a:prstGeom>
          <a:noFill/>
        </p:spPr>
        <p:txBody>
          <a:bodyPr wrap="square" rtlCol="0">
            <a:spAutoFit/>
          </a:bodyPr>
          <a:lstStyle/>
          <a:p>
            <a:r>
              <a:rPr lang="es-CO" sz="2800" b="1" dirty="0"/>
              <a:t>Diagramas de clase</a:t>
            </a:r>
            <a:endParaRPr lang="en-US" sz="2800" b="1" dirty="0"/>
          </a:p>
        </p:txBody>
      </p:sp>
    </p:spTree>
    <p:extLst>
      <p:ext uri="{BB962C8B-B14F-4D97-AF65-F5344CB8AC3E}">
        <p14:creationId xmlns:p14="http://schemas.microsoft.com/office/powerpoint/2010/main" val="23814783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73E4C-53FC-A094-8D29-DA6346435777}"/>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32364657-2CA7-D859-66E0-5C9D71053202}"/>
              </a:ext>
            </a:extLst>
          </p:cNvPr>
          <p:cNvSpPr txBox="1"/>
          <p:nvPr/>
        </p:nvSpPr>
        <p:spPr>
          <a:xfrm>
            <a:off x="782333" y="384357"/>
            <a:ext cx="8907259" cy="523220"/>
          </a:xfrm>
          <a:prstGeom prst="rect">
            <a:avLst/>
          </a:prstGeom>
          <a:noFill/>
        </p:spPr>
        <p:txBody>
          <a:bodyPr wrap="square" rtlCol="0">
            <a:spAutoFit/>
          </a:bodyPr>
          <a:lstStyle/>
          <a:p>
            <a:r>
              <a:rPr lang="es-CO" sz="2800" b="1" dirty="0"/>
              <a:t>Clase de consulta</a:t>
            </a:r>
            <a:endParaRPr lang="en-US" sz="2800" b="1" dirty="0"/>
          </a:p>
        </p:txBody>
      </p:sp>
      <p:pic>
        <p:nvPicPr>
          <p:cNvPr id="3" name="Picture 2">
            <a:extLst>
              <a:ext uri="{FF2B5EF4-FFF2-40B4-BE49-F238E27FC236}">
                <a16:creationId xmlns:a16="http://schemas.microsoft.com/office/drawing/2014/main" id="{EA32B32D-866F-EBB3-D194-691419A802F0}"/>
              </a:ext>
            </a:extLst>
          </p:cNvPr>
          <p:cNvPicPr>
            <a:picLocks noChangeAspect="1"/>
          </p:cNvPicPr>
          <p:nvPr/>
        </p:nvPicPr>
        <p:blipFill>
          <a:blip r:embed="rId3"/>
          <a:stretch>
            <a:fillRect/>
          </a:stretch>
        </p:blipFill>
        <p:spPr>
          <a:xfrm>
            <a:off x="4790549" y="67557"/>
            <a:ext cx="2661800" cy="4431292"/>
          </a:xfrm>
          <a:prstGeom prst="rect">
            <a:avLst/>
          </a:prstGeom>
        </p:spPr>
      </p:pic>
      <p:pic>
        <p:nvPicPr>
          <p:cNvPr id="6" name="Picture 5">
            <a:extLst>
              <a:ext uri="{FF2B5EF4-FFF2-40B4-BE49-F238E27FC236}">
                <a16:creationId xmlns:a16="http://schemas.microsoft.com/office/drawing/2014/main" id="{E002EE7B-2A63-2A2E-E6C9-7D0BA11AF43D}"/>
              </a:ext>
            </a:extLst>
          </p:cNvPr>
          <p:cNvPicPr>
            <a:picLocks noChangeAspect="1"/>
          </p:cNvPicPr>
          <p:nvPr/>
        </p:nvPicPr>
        <p:blipFill>
          <a:blip r:embed="rId4"/>
          <a:stretch>
            <a:fillRect/>
          </a:stretch>
        </p:blipFill>
        <p:spPr>
          <a:xfrm>
            <a:off x="1659311" y="4572605"/>
            <a:ext cx="9103177" cy="2022928"/>
          </a:xfrm>
          <a:prstGeom prst="rect">
            <a:avLst/>
          </a:prstGeom>
        </p:spPr>
      </p:pic>
    </p:spTree>
    <p:extLst>
      <p:ext uri="{BB962C8B-B14F-4D97-AF65-F5344CB8AC3E}">
        <p14:creationId xmlns:p14="http://schemas.microsoft.com/office/powerpoint/2010/main" val="38047828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C36C2-466D-0B7D-749F-AFC0385565C2}"/>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A43E9E74-DCCA-861E-B03C-AE764EBC093D}"/>
              </a:ext>
            </a:extLst>
          </p:cNvPr>
          <p:cNvSpPr txBox="1"/>
          <p:nvPr/>
        </p:nvSpPr>
        <p:spPr>
          <a:xfrm>
            <a:off x="782333" y="384357"/>
            <a:ext cx="8907259" cy="523220"/>
          </a:xfrm>
          <a:prstGeom prst="rect">
            <a:avLst/>
          </a:prstGeom>
          <a:noFill/>
        </p:spPr>
        <p:txBody>
          <a:bodyPr wrap="square" rtlCol="0">
            <a:spAutoFit/>
          </a:bodyPr>
          <a:lstStyle/>
          <a:p>
            <a:r>
              <a:rPr lang="es-CO" sz="2800" b="1" dirty="0"/>
              <a:t>Jerarquía de generalización</a:t>
            </a:r>
            <a:endParaRPr lang="en-US" sz="2800" b="1" dirty="0"/>
          </a:p>
        </p:txBody>
      </p:sp>
      <p:pic>
        <p:nvPicPr>
          <p:cNvPr id="4" name="Picture 3">
            <a:extLst>
              <a:ext uri="{FF2B5EF4-FFF2-40B4-BE49-F238E27FC236}">
                <a16:creationId xmlns:a16="http://schemas.microsoft.com/office/drawing/2014/main" id="{14962FF3-1529-FC59-CC42-2430A638C26D}"/>
              </a:ext>
            </a:extLst>
          </p:cNvPr>
          <p:cNvPicPr>
            <a:picLocks noChangeAspect="1"/>
          </p:cNvPicPr>
          <p:nvPr/>
        </p:nvPicPr>
        <p:blipFill>
          <a:blip r:embed="rId3"/>
          <a:stretch>
            <a:fillRect/>
          </a:stretch>
        </p:blipFill>
        <p:spPr>
          <a:xfrm>
            <a:off x="320040" y="1917771"/>
            <a:ext cx="5691491" cy="4071549"/>
          </a:xfrm>
          <a:prstGeom prst="rect">
            <a:avLst/>
          </a:prstGeom>
        </p:spPr>
      </p:pic>
      <p:pic>
        <p:nvPicPr>
          <p:cNvPr id="7" name="Picture 6">
            <a:extLst>
              <a:ext uri="{FF2B5EF4-FFF2-40B4-BE49-F238E27FC236}">
                <a16:creationId xmlns:a16="http://schemas.microsoft.com/office/drawing/2014/main" id="{08955E88-174E-9F45-7168-FAD5C8BDB2B8}"/>
              </a:ext>
            </a:extLst>
          </p:cNvPr>
          <p:cNvPicPr>
            <a:picLocks noChangeAspect="1"/>
          </p:cNvPicPr>
          <p:nvPr/>
        </p:nvPicPr>
        <p:blipFill>
          <a:blip r:embed="rId4"/>
          <a:stretch>
            <a:fillRect/>
          </a:stretch>
        </p:blipFill>
        <p:spPr>
          <a:xfrm>
            <a:off x="7695747" y="645967"/>
            <a:ext cx="4302154" cy="3776647"/>
          </a:xfrm>
          <a:prstGeom prst="rect">
            <a:avLst/>
          </a:prstGeom>
        </p:spPr>
      </p:pic>
      <p:sp>
        <p:nvSpPr>
          <p:cNvPr id="8" name="Arrow: Right 7">
            <a:extLst>
              <a:ext uri="{FF2B5EF4-FFF2-40B4-BE49-F238E27FC236}">
                <a16:creationId xmlns:a16="http://schemas.microsoft.com/office/drawing/2014/main" id="{8C4C2572-4424-F090-F9EF-633422168E9F}"/>
              </a:ext>
            </a:extLst>
          </p:cNvPr>
          <p:cNvSpPr/>
          <p:nvPr/>
        </p:nvSpPr>
        <p:spPr>
          <a:xfrm>
            <a:off x="6364435" y="2788920"/>
            <a:ext cx="978408" cy="758952"/>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30324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60839-B4EB-DCF5-DDFB-A3971FD1F031}"/>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9087CBBA-5479-6920-36FC-CA2D5E767573}"/>
              </a:ext>
            </a:extLst>
          </p:cNvPr>
          <p:cNvSpPr txBox="1"/>
          <p:nvPr/>
        </p:nvSpPr>
        <p:spPr>
          <a:xfrm>
            <a:off x="773189" y="274629"/>
            <a:ext cx="8907259" cy="523220"/>
          </a:xfrm>
          <a:prstGeom prst="rect">
            <a:avLst/>
          </a:prstGeom>
          <a:noFill/>
        </p:spPr>
        <p:txBody>
          <a:bodyPr wrap="square" rtlCol="0">
            <a:spAutoFit/>
          </a:bodyPr>
          <a:lstStyle/>
          <a:p>
            <a:r>
              <a:rPr lang="es-CO" sz="2800" b="1" dirty="0"/>
              <a:t>Agregación</a:t>
            </a:r>
            <a:endParaRPr lang="en-US" sz="2800" b="1" dirty="0"/>
          </a:p>
        </p:txBody>
      </p:sp>
      <p:pic>
        <p:nvPicPr>
          <p:cNvPr id="3" name="Picture 2">
            <a:extLst>
              <a:ext uri="{FF2B5EF4-FFF2-40B4-BE49-F238E27FC236}">
                <a16:creationId xmlns:a16="http://schemas.microsoft.com/office/drawing/2014/main" id="{1CC8D10C-0ACB-C14F-868A-90BB673BAEFB}"/>
              </a:ext>
            </a:extLst>
          </p:cNvPr>
          <p:cNvPicPr>
            <a:picLocks noChangeAspect="1"/>
          </p:cNvPicPr>
          <p:nvPr/>
        </p:nvPicPr>
        <p:blipFill>
          <a:blip r:embed="rId3"/>
          <a:stretch>
            <a:fillRect/>
          </a:stretch>
        </p:blipFill>
        <p:spPr>
          <a:xfrm>
            <a:off x="1118493" y="1066470"/>
            <a:ext cx="9955014" cy="2362530"/>
          </a:xfrm>
          <a:prstGeom prst="rect">
            <a:avLst/>
          </a:prstGeom>
        </p:spPr>
      </p:pic>
      <p:pic>
        <p:nvPicPr>
          <p:cNvPr id="6" name="Picture 5">
            <a:extLst>
              <a:ext uri="{FF2B5EF4-FFF2-40B4-BE49-F238E27FC236}">
                <a16:creationId xmlns:a16="http://schemas.microsoft.com/office/drawing/2014/main" id="{0328362A-888C-7D0C-0CC8-8BBF90A6C296}"/>
              </a:ext>
            </a:extLst>
          </p:cNvPr>
          <p:cNvPicPr>
            <a:picLocks noChangeAspect="1"/>
          </p:cNvPicPr>
          <p:nvPr/>
        </p:nvPicPr>
        <p:blipFill>
          <a:blip r:embed="rId4"/>
          <a:stretch>
            <a:fillRect/>
          </a:stretch>
        </p:blipFill>
        <p:spPr>
          <a:xfrm>
            <a:off x="1000231" y="3587893"/>
            <a:ext cx="4440449" cy="2882397"/>
          </a:xfrm>
          <a:prstGeom prst="rect">
            <a:avLst/>
          </a:prstGeom>
        </p:spPr>
      </p:pic>
      <p:sp>
        <p:nvSpPr>
          <p:cNvPr id="9" name="TextBox 8">
            <a:extLst>
              <a:ext uri="{FF2B5EF4-FFF2-40B4-BE49-F238E27FC236}">
                <a16:creationId xmlns:a16="http://schemas.microsoft.com/office/drawing/2014/main" id="{62A2F1DB-B737-A140-2C34-046B41D82F43}"/>
              </a:ext>
            </a:extLst>
          </p:cNvPr>
          <p:cNvSpPr txBox="1"/>
          <p:nvPr/>
        </p:nvSpPr>
        <p:spPr>
          <a:xfrm>
            <a:off x="5669280" y="4892040"/>
            <a:ext cx="3770199" cy="461665"/>
          </a:xfrm>
          <a:prstGeom prst="rect">
            <a:avLst/>
          </a:prstGeom>
          <a:noFill/>
        </p:spPr>
        <p:txBody>
          <a:bodyPr wrap="none" rtlCol="0">
            <a:spAutoFit/>
          </a:bodyPr>
          <a:lstStyle/>
          <a:p>
            <a:r>
              <a:rPr lang="es-CO" sz="2400" b="1" dirty="0"/>
              <a:t>La asociación agregación</a:t>
            </a:r>
            <a:endParaRPr lang="en-US" sz="2400" b="1" dirty="0"/>
          </a:p>
        </p:txBody>
      </p:sp>
    </p:spTree>
    <p:extLst>
      <p:ext uri="{BB962C8B-B14F-4D97-AF65-F5344CB8AC3E}">
        <p14:creationId xmlns:p14="http://schemas.microsoft.com/office/powerpoint/2010/main" val="37097766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472</TotalTime>
  <Words>334</Words>
  <Application>Microsoft Office PowerPoint</Application>
  <PresentationFormat>Widescreen</PresentationFormat>
  <Paragraphs>51</Paragraphs>
  <Slides>27</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Jorge Mario Becerra Pareja</dc:creator>
  <cp:lastModifiedBy>Jorge Mario Becerra Pareja</cp:lastModifiedBy>
  <cp:revision>29</cp:revision>
  <dcterms:created xsi:type="dcterms:W3CDTF">2025-11-03T18:04:47Z</dcterms:created>
  <dcterms:modified xsi:type="dcterms:W3CDTF">2025-11-11T05:42:57Z</dcterms:modified>
</cp:coreProperties>
</file>